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3" r:id="rId57"/>
    <p:sldId id="314" r:id="rId58"/>
    <p:sldId id="315" r:id="rId59"/>
    <p:sldId id="311" r:id="rId60"/>
    <p:sldId id="312" r:id="rId61"/>
    <p:sldId id="316"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94660"/>
  </p:normalViewPr>
  <p:slideViewPr>
    <p:cSldViewPr snapToGrid="0" showGuides="1">
      <p:cViewPr varScale="1">
        <p:scale>
          <a:sx n="81" d="100"/>
          <a:sy n="81" d="100"/>
        </p:scale>
        <p:origin x="1051" y="53"/>
      </p:cViewPr>
      <p:guideLst>
        <p:guide orient="horz" pos="1956"/>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5A8B0B7-455B-462A-8235-7846379D40F1}" type="datetimeFigureOut">
              <a:rPr lang="en-IN" smtClean="0"/>
              <a:t>07-04-2026</a:t>
            </a:fld>
            <a:endParaRPr lang="en-IN" dirty="0"/>
          </a:p>
        </p:txBody>
      </p:sp>
      <p:sp>
        <p:nvSpPr>
          <p:cNvPr id="5" name="Footer Placeholder 4"/>
          <p:cNvSpPr>
            <a:spLocks noGrp="1"/>
          </p:cNvSpPr>
          <p:nvPr>
            <p:ph type="ftr" sz="quarter" idx="11"/>
          </p:nvPr>
        </p:nvSpPr>
        <p:spPr>
          <a:xfrm>
            <a:off x="1876424" y="5410201"/>
            <a:ext cx="5124886" cy="365125"/>
          </a:xfrm>
        </p:spPr>
        <p:txBody>
          <a:bodyPr/>
          <a:lstStyle/>
          <a:p>
            <a:endParaRPr lang="en-IN" dirty="0"/>
          </a:p>
        </p:txBody>
      </p:sp>
      <p:sp>
        <p:nvSpPr>
          <p:cNvPr id="6" name="Slide Number Placeholder 5"/>
          <p:cNvSpPr>
            <a:spLocks noGrp="1"/>
          </p:cNvSpPr>
          <p:nvPr>
            <p:ph type="sldNum" sz="quarter" idx="12"/>
          </p:nvPr>
        </p:nvSpPr>
        <p:spPr>
          <a:xfrm>
            <a:off x="9896911" y="5410199"/>
            <a:ext cx="771089" cy="365125"/>
          </a:xfrm>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341531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3047756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790175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2319736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308485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1199026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1289516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15492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85557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14120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273513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48591C-1D55-4B14-B76C-02DD9A433B07}" type="slidenum">
              <a:rPr lang="en-IN" smtClean="0"/>
              <a:t>‹#›</a:t>
            </a:fld>
            <a:endParaRPr lang="en-IN"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479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3533621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2788617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1014546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19945107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A8B0B7-455B-462A-8235-7846379D40F1}" type="datetimeFigureOut">
              <a:rPr lang="en-IN" smtClean="0"/>
              <a:t>07-04-2026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448591C-1D55-4B14-B76C-02DD9A433B07}" type="slidenum">
              <a:rPr lang="en-IN" smtClean="0"/>
              <a:t>‹#›</a:t>
            </a:fld>
            <a:endParaRPr lang="en-IN" dirty="0"/>
          </a:p>
        </p:txBody>
      </p:sp>
    </p:spTree>
    <p:extLst>
      <p:ext uri="{BB962C8B-B14F-4D97-AF65-F5344CB8AC3E}">
        <p14:creationId xmlns:p14="http://schemas.microsoft.com/office/powerpoint/2010/main" val="301872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5A8B0B7-455B-462A-8235-7846379D40F1}" type="datetimeFigureOut">
              <a:rPr lang="en-IN" smtClean="0"/>
              <a:t>07-04-2026</a:t>
            </a:fld>
            <a:endParaRPr lang="en-IN"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448591C-1D55-4B14-B76C-02DD9A433B07}" type="slidenum">
              <a:rPr lang="en-IN" smtClean="0"/>
              <a:t>‹#›</a:t>
            </a:fld>
            <a:endParaRPr lang="en-IN" dirty="0"/>
          </a:p>
        </p:txBody>
      </p:sp>
    </p:spTree>
    <p:extLst>
      <p:ext uri="{BB962C8B-B14F-4D97-AF65-F5344CB8AC3E}">
        <p14:creationId xmlns:p14="http://schemas.microsoft.com/office/powerpoint/2010/main" val="124146997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65B8444-11DC-0EB9-BD51-997D82ECEB41}"/>
              </a:ext>
            </a:extLst>
          </p:cNvPr>
          <p:cNvPicPr>
            <a:picLocks noChangeAspect="1"/>
          </p:cNvPicPr>
          <p:nvPr/>
        </p:nvPicPr>
        <p:blipFill>
          <a:blip r:embed="rId2">
            <a:extLst>
              <a:ext uri="{28A0092B-C50C-407E-A947-70E740481C1C}">
                <a14:useLocalDpi xmlns:a14="http://schemas.microsoft.com/office/drawing/2010/main" val="0"/>
              </a:ext>
            </a:extLst>
          </a:blip>
          <a:srcRect l="15406" t="15248" r="14112" b="26210"/>
          <a:stretch>
            <a:fillRect/>
          </a:stretch>
        </p:blipFill>
        <p:spPr>
          <a:xfrm>
            <a:off x="4236719" y="951170"/>
            <a:ext cx="3718561" cy="3088640"/>
          </a:xfrm>
          <a:prstGeom prst="rect">
            <a:avLst/>
          </a:prstGeom>
        </p:spPr>
      </p:pic>
      <p:sp>
        <p:nvSpPr>
          <p:cNvPr id="9" name="TextBox 8">
            <a:extLst>
              <a:ext uri="{FF2B5EF4-FFF2-40B4-BE49-F238E27FC236}">
                <a16:creationId xmlns:a16="http://schemas.microsoft.com/office/drawing/2014/main" id="{BBDBE883-CC33-467A-1FBE-50EC1A88B62D}"/>
              </a:ext>
            </a:extLst>
          </p:cNvPr>
          <p:cNvSpPr txBox="1"/>
          <p:nvPr/>
        </p:nvSpPr>
        <p:spPr>
          <a:xfrm>
            <a:off x="3398520" y="322057"/>
            <a:ext cx="5394960" cy="523220"/>
          </a:xfrm>
          <a:prstGeom prst="rect">
            <a:avLst/>
          </a:prstGeom>
          <a:noFill/>
        </p:spPr>
        <p:txBody>
          <a:bodyPr wrap="square">
            <a:spAutoFit/>
          </a:bodyPr>
          <a:lstStyle/>
          <a:p>
            <a:r>
              <a:rPr lang="en-IN" sz="2800" b="1" u="sng" dirty="0"/>
              <a:t>GURUKUL (E-learning Platform)</a:t>
            </a:r>
          </a:p>
        </p:txBody>
      </p:sp>
      <p:sp>
        <p:nvSpPr>
          <p:cNvPr id="13" name="TextBox 12">
            <a:extLst>
              <a:ext uri="{FF2B5EF4-FFF2-40B4-BE49-F238E27FC236}">
                <a16:creationId xmlns:a16="http://schemas.microsoft.com/office/drawing/2014/main" id="{B56B7037-0D48-552A-D95F-7B67666160EE}"/>
              </a:ext>
            </a:extLst>
          </p:cNvPr>
          <p:cNvSpPr txBox="1"/>
          <p:nvPr/>
        </p:nvSpPr>
        <p:spPr>
          <a:xfrm>
            <a:off x="335280" y="4321294"/>
            <a:ext cx="6736080" cy="400110"/>
          </a:xfrm>
          <a:prstGeom prst="rect">
            <a:avLst/>
          </a:prstGeom>
          <a:noFill/>
        </p:spPr>
        <p:txBody>
          <a:bodyPr wrap="square">
            <a:spAutoFit/>
          </a:bodyPr>
          <a:lstStyle/>
          <a:p>
            <a:r>
              <a:rPr lang="en-IN" sz="2000" b="1" dirty="0"/>
              <a:t>Internal Guide  </a:t>
            </a:r>
            <a:r>
              <a:rPr lang="en-IN" sz="2000" dirty="0"/>
              <a:t>:  Professor Ashwini Kshatriya</a:t>
            </a:r>
          </a:p>
        </p:txBody>
      </p:sp>
      <p:sp>
        <p:nvSpPr>
          <p:cNvPr id="16" name="TextBox 15">
            <a:extLst>
              <a:ext uri="{FF2B5EF4-FFF2-40B4-BE49-F238E27FC236}">
                <a16:creationId xmlns:a16="http://schemas.microsoft.com/office/drawing/2014/main" id="{C7FB7FE8-78C0-B400-AB0A-BE5DDB41F5CC}"/>
              </a:ext>
            </a:extLst>
          </p:cNvPr>
          <p:cNvSpPr txBox="1"/>
          <p:nvPr/>
        </p:nvSpPr>
        <p:spPr>
          <a:xfrm>
            <a:off x="335280" y="4933334"/>
            <a:ext cx="7203440" cy="400110"/>
          </a:xfrm>
          <a:prstGeom prst="rect">
            <a:avLst/>
          </a:prstGeom>
          <a:noFill/>
        </p:spPr>
        <p:txBody>
          <a:bodyPr wrap="square" rtlCol="0">
            <a:spAutoFit/>
          </a:bodyPr>
          <a:lstStyle/>
          <a:p>
            <a:r>
              <a:rPr lang="en-US" sz="2000" b="1" dirty="0"/>
              <a:t>External Guide </a:t>
            </a:r>
            <a:r>
              <a:rPr lang="en-US" sz="2000" dirty="0"/>
              <a:t>: Pallav Mamtora</a:t>
            </a:r>
            <a:endParaRPr lang="en-IN" sz="2000" dirty="0"/>
          </a:p>
        </p:txBody>
      </p:sp>
      <p:sp>
        <p:nvSpPr>
          <p:cNvPr id="17" name="TextBox 16">
            <a:extLst>
              <a:ext uri="{FF2B5EF4-FFF2-40B4-BE49-F238E27FC236}">
                <a16:creationId xmlns:a16="http://schemas.microsoft.com/office/drawing/2014/main" id="{6C74F2EC-02AC-5ED6-4E66-9890D5FE540E}"/>
              </a:ext>
            </a:extLst>
          </p:cNvPr>
          <p:cNvSpPr txBox="1"/>
          <p:nvPr/>
        </p:nvSpPr>
        <p:spPr>
          <a:xfrm>
            <a:off x="335280" y="5506720"/>
            <a:ext cx="6736080" cy="400110"/>
          </a:xfrm>
          <a:prstGeom prst="rect">
            <a:avLst/>
          </a:prstGeom>
          <a:noFill/>
        </p:spPr>
        <p:txBody>
          <a:bodyPr wrap="square" rtlCol="0">
            <a:spAutoFit/>
          </a:bodyPr>
          <a:lstStyle/>
          <a:p>
            <a:r>
              <a:rPr lang="en-US" sz="2000" b="1" dirty="0"/>
              <a:t>Project developer </a:t>
            </a:r>
            <a:r>
              <a:rPr lang="en-US" sz="2000" dirty="0"/>
              <a:t>: Vasava Vishwanath</a:t>
            </a:r>
            <a:endParaRPr lang="en-IN" sz="2000" dirty="0"/>
          </a:p>
        </p:txBody>
      </p:sp>
      <p:sp>
        <p:nvSpPr>
          <p:cNvPr id="18" name="TextBox 17">
            <a:extLst>
              <a:ext uri="{FF2B5EF4-FFF2-40B4-BE49-F238E27FC236}">
                <a16:creationId xmlns:a16="http://schemas.microsoft.com/office/drawing/2014/main" id="{5C968E99-7D8D-5B7E-2F4B-5EB0F6F6F5E4}"/>
              </a:ext>
            </a:extLst>
          </p:cNvPr>
          <p:cNvSpPr txBox="1"/>
          <p:nvPr/>
        </p:nvSpPr>
        <p:spPr>
          <a:xfrm>
            <a:off x="335280" y="6106160"/>
            <a:ext cx="5760720" cy="400110"/>
          </a:xfrm>
          <a:prstGeom prst="rect">
            <a:avLst/>
          </a:prstGeom>
          <a:noFill/>
        </p:spPr>
        <p:txBody>
          <a:bodyPr wrap="square" rtlCol="0">
            <a:spAutoFit/>
          </a:bodyPr>
          <a:lstStyle/>
          <a:p>
            <a:r>
              <a:rPr lang="en-US" sz="2000" b="1" dirty="0"/>
              <a:t>Roll number </a:t>
            </a:r>
            <a:r>
              <a:rPr lang="en-US" sz="2000" dirty="0"/>
              <a:t>: 22-CS-018</a:t>
            </a:r>
            <a:endParaRPr lang="en-IN" sz="2000" dirty="0"/>
          </a:p>
        </p:txBody>
      </p:sp>
    </p:spTree>
    <p:extLst>
      <p:ext uri="{BB962C8B-B14F-4D97-AF65-F5344CB8AC3E}">
        <p14:creationId xmlns:p14="http://schemas.microsoft.com/office/powerpoint/2010/main" val="1214450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64D525-5DC1-84A8-A45B-CE2CDE51B2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2072" y="566450"/>
            <a:ext cx="2894648" cy="900778"/>
          </a:xfrm>
          <a:prstGeom prst="rect">
            <a:avLst/>
          </a:prstGeom>
        </p:spPr>
      </p:pic>
      <p:sp>
        <p:nvSpPr>
          <p:cNvPr id="11" name="TextBox 10">
            <a:extLst>
              <a:ext uri="{FF2B5EF4-FFF2-40B4-BE49-F238E27FC236}">
                <a16:creationId xmlns:a16="http://schemas.microsoft.com/office/drawing/2014/main" id="{A889FFBF-DA19-96B4-F718-5BCBA2D7E4AB}"/>
              </a:ext>
            </a:extLst>
          </p:cNvPr>
          <p:cNvSpPr txBox="1"/>
          <p:nvPr/>
        </p:nvSpPr>
        <p:spPr>
          <a:xfrm>
            <a:off x="437832" y="854740"/>
            <a:ext cx="5343208" cy="400110"/>
          </a:xfrm>
          <a:prstGeom prst="rect">
            <a:avLst/>
          </a:prstGeom>
          <a:noFill/>
        </p:spPr>
        <p:txBody>
          <a:bodyPr wrap="square">
            <a:spAutoFit/>
          </a:bodyPr>
          <a:lstStyle/>
          <a:p>
            <a:r>
              <a:rPr lang="en-US" sz="2000" b="1" dirty="0"/>
              <a:t>Company Name  </a:t>
            </a:r>
            <a:r>
              <a:rPr lang="en-US" sz="2000" dirty="0"/>
              <a:t>:  Techmicra IT Solutions</a:t>
            </a:r>
            <a:endParaRPr lang="en-IN" sz="2000" dirty="0"/>
          </a:p>
        </p:txBody>
      </p:sp>
      <p:sp>
        <p:nvSpPr>
          <p:cNvPr id="15" name="TextBox 14">
            <a:extLst>
              <a:ext uri="{FF2B5EF4-FFF2-40B4-BE49-F238E27FC236}">
                <a16:creationId xmlns:a16="http://schemas.microsoft.com/office/drawing/2014/main" id="{0CB2C76E-50D5-6FF5-3F2E-960BED6AC870}"/>
              </a:ext>
            </a:extLst>
          </p:cNvPr>
          <p:cNvSpPr txBox="1"/>
          <p:nvPr/>
        </p:nvSpPr>
        <p:spPr>
          <a:xfrm>
            <a:off x="437832" y="1257974"/>
            <a:ext cx="1188720" cy="400110"/>
          </a:xfrm>
          <a:prstGeom prst="rect">
            <a:avLst/>
          </a:prstGeom>
          <a:noFill/>
        </p:spPr>
        <p:txBody>
          <a:bodyPr wrap="square">
            <a:spAutoFit/>
          </a:bodyPr>
          <a:lstStyle/>
          <a:p>
            <a:r>
              <a:rPr lang="en-IN" sz="2000" b="1" dirty="0"/>
              <a:t>About </a:t>
            </a:r>
            <a:r>
              <a:rPr lang="en-IN" sz="2000" dirty="0"/>
              <a:t>: </a:t>
            </a:r>
          </a:p>
        </p:txBody>
      </p:sp>
      <p:sp>
        <p:nvSpPr>
          <p:cNvPr id="17" name="TextBox 16">
            <a:extLst>
              <a:ext uri="{FF2B5EF4-FFF2-40B4-BE49-F238E27FC236}">
                <a16:creationId xmlns:a16="http://schemas.microsoft.com/office/drawing/2014/main" id="{1C01A27F-3933-180E-7D9D-14D4D46C6D62}"/>
              </a:ext>
            </a:extLst>
          </p:cNvPr>
          <p:cNvSpPr txBox="1"/>
          <p:nvPr/>
        </p:nvSpPr>
        <p:spPr>
          <a:xfrm>
            <a:off x="518160" y="1577399"/>
            <a:ext cx="11338560" cy="1323439"/>
          </a:xfrm>
          <a:prstGeom prst="rect">
            <a:avLst/>
          </a:prstGeom>
          <a:noFill/>
        </p:spPr>
        <p:txBody>
          <a:bodyPr wrap="square">
            <a:spAutoFit/>
          </a:bodyPr>
          <a:lstStyle/>
          <a:p>
            <a:pPr marL="342900" indent="-342900" algn="just">
              <a:buFont typeface="Arial" panose="020B0604020202020204" pitchFamily="34" charset="0"/>
              <a:buChar char="•"/>
            </a:pPr>
            <a:r>
              <a:rPr lang="en-US" sz="2000" dirty="0"/>
              <a:t>Techmicra IT Solutions company formed in 2013 based in Ahmedabad (Gujarat) Techmicra's brought together shrewd innovations comprise of reserved gadgets and activities refined over our broad experience to offer various results that guarantee unwavering quality consumption control and business refinement.</a:t>
            </a:r>
            <a:endParaRPr lang="en-IN" sz="2000" dirty="0"/>
          </a:p>
        </p:txBody>
      </p:sp>
      <p:sp>
        <p:nvSpPr>
          <p:cNvPr id="19" name="TextBox 18">
            <a:extLst>
              <a:ext uri="{FF2B5EF4-FFF2-40B4-BE49-F238E27FC236}">
                <a16:creationId xmlns:a16="http://schemas.microsoft.com/office/drawing/2014/main" id="{88DA9B87-EF27-DB0C-4390-6983BC91B3AA}"/>
              </a:ext>
            </a:extLst>
          </p:cNvPr>
          <p:cNvSpPr txBox="1"/>
          <p:nvPr/>
        </p:nvSpPr>
        <p:spPr>
          <a:xfrm>
            <a:off x="518160" y="2847488"/>
            <a:ext cx="11338560" cy="1015663"/>
          </a:xfrm>
          <a:prstGeom prst="rect">
            <a:avLst/>
          </a:prstGeom>
          <a:noFill/>
        </p:spPr>
        <p:txBody>
          <a:bodyPr wrap="square">
            <a:spAutoFit/>
          </a:bodyPr>
          <a:lstStyle/>
          <a:p>
            <a:pPr marL="342900" indent="-342900" algn="just">
              <a:buFont typeface="Arial" panose="020B0604020202020204" pitchFamily="34" charset="0"/>
              <a:buChar char="•"/>
            </a:pPr>
            <a:r>
              <a:rPr lang="en-US" sz="2000" dirty="0"/>
              <a:t>The company started with web development and design solutions during its inception phase and now has more than 25 departments like CRM development, Branding solutions, ERP implementation solutions, database administration &amp; development, business intelligence and data analytics and more.</a:t>
            </a:r>
            <a:endParaRPr lang="en-IN" sz="2000" dirty="0"/>
          </a:p>
        </p:txBody>
      </p:sp>
      <p:sp>
        <p:nvSpPr>
          <p:cNvPr id="20" name="TextBox 19">
            <a:extLst>
              <a:ext uri="{FF2B5EF4-FFF2-40B4-BE49-F238E27FC236}">
                <a16:creationId xmlns:a16="http://schemas.microsoft.com/office/drawing/2014/main" id="{1560FFF2-DE24-6C83-ADD3-F0AEBED177E7}"/>
              </a:ext>
            </a:extLst>
          </p:cNvPr>
          <p:cNvSpPr txBox="1"/>
          <p:nvPr/>
        </p:nvSpPr>
        <p:spPr>
          <a:xfrm>
            <a:off x="4780280" y="222289"/>
            <a:ext cx="2695176" cy="523220"/>
          </a:xfrm>
          <a:prstGeom prst="rect">
            <a:avLst/>
          </a:prstGeom>
          <a:noFill/>
        </p:spPr>
        <p:txBody>
          <a:bodyPr wrap="square" rtlCol="0">
            <a:spAutoFit/>
          </a:bodyPr>
          <a:lstStyle/>
          <a:p>
            <a:r>
              <a:rPr lang="en-US" sz="2800" b="1" u="sng" dirty="0"/>
              <a:t>Company Profile </a:t>
            </a:r>
            <a:endParaRPr lang="en-IN" sz="2800" b="1" u="sng" dirty="0"/>
          </a:p>
        </p:txBody>
      </p:sp>
      <p:sp>
        <p:nvSpPr>
          <p:cNvPr id="22" name="TextBox 21">
            <a:extLst>
              <a:ext uri="{FF2B5EF4-FFF2-40B4-BE49-F238E27FC236}">
                <a16:creationId xmlns:a16="http://schemas.microsoft.com/office/drawing/2014/main" id="{583CC9BE-81AC-C75B-7B7A-659B54BD6D72}"/>
              </a:ext>
            </a:extLst>
          </p:cNvPr>
          <p:cNvSpPr txBox="1"/>
          <p:nvPr/>
        </p:nvSpPr>
        <p:spPr>
          <a:xfrm>
            <a:off x="437832" y="3883748"/>
            <a:ext cx="1370648" cy="400110"/>
          </a:xfrm>
          <a:prstGeom prst="rect">
            <a:avLst/>
          </a:prstGeom>
          <a:noFill/>
        </p:spPr>
        <p:txBody>
          <a:bodyPr wrap="square">
            <a:spAutoFit/>
          </a:bodyPr>
          <a:lstStyle/>
          <a:p>
            <a:r>
              <a:rPr lang="en-IN" sz="2000" b="1" dirty="0"/>
              <a:t>Address</a:t>
            </a:r>
            <a:r>
              <a:rPr lang="en-IN" sz="2000" dirty="0"/>
              <a:t> : </a:t>
            </a:r>
          </a:p>
        </p:txBody>
      </p:sp>
      <p:sp>
        <p:nvSpPr>
          <p:cNvPr id="24" name="TextBox 23">
            <a:extLst>
              <a:ext uri="{FF2B5EF4-FFF2-40B4-BE49-F238E27FC236}">
                <a16:creationId xmlns:a16="http://schemas.microsoft.com/office/drawing/2014/main" id="{68399D7F-44D6-AE37-AD08-D157D7C5DB22}"/>
              </a:ext>
            </a:extLst>
          </p:cNvPr>
          <p:cNvSpPr txBox="1"/>
          <p:nvPr/>
        </p:nvSpPr>
        <p:spPr>
          <a:xfrm>
            <a:off x="518160" y="4233653"/>
            <a:ext cx="11338560" cy="707886"/>
          </a:xfrm>
          <a:prstGeom prst="rect">
            <a:avLst/>
          </a:prstGeom>
          <a:noFill/>
        </p:spPr>
        <p:txBody>
          <a:bodyPr wrap="square">
            <a:spAutoFit/>
          </a:bodyPr>
          <a:lstStyle/>
          <a:p>
            <a:pPr marL="342900" indent="-342900" algn="just">
              <a:buFont typeface="Arial" panose="020B0604020202020204" pitchFamily="34" charset="0"/>
              <a:buChar char="•"/>
            </a:pPr>
            <a:r>
              <a:rPr lang="en-IN" sz="2000" dirty="0"/>
              <a:t>Office No. 408, 4th Floor, Ashwamegh Elegance III, Nr. CN Vidhyalay, opp. SBI Zonal office, Ambawadi, Ahmedabad, Gujarat 380015</a:t>
            </a:r>
          </a:p>
        </p:txBody>
      </p:sp>
      <p:sp>
        <p:nvSpPr>
          <p:cNvPr id="26" name="TextBox 25">
            <a:extLst>
              <a:ext uri="{FF2B5EF4-FFF2-40B4-BE49-F238E27FC236}">
                <a16:creationId xmlns:a16="http://schemas.microsoft.com/office/drawing/2014/main" id="{0779289F-1F78-FD7D-2EBF-26ABD0DFAAEA}"/>
              </a:ext>
            </a:extLst>
          </p:cNvPr>
          <p:cNvSpPr txBox="1"/>
          <p:nvPr/>
        </p:nvSpPr>
        <p:spPr>
          <a:xfrm>
            <a:off x="437832" y="4818765"/>
            <a:ext cx="1573848" cy="506292"/>
          </a:xfrm>
          <a:prstGeom prst="rect">
            <a:avLst/>
          </a:prstGeom>
          <a:noFill/>
        </p:spPr>
        <p:txBody>
          <a:bodyPr wrap="square">
            <a:spAutoFit/>
          </a:bodyPr>
          <a:lstStyle/>
          <a:p>
            <a:pPr>
              <a:lnSpc>
                <a:spcPct val="150000"/>
              </a:lnSpc>
              <a:spcBef>
                <a:spcPts val="200"/>
              </a:spcBef>
            </a:pPr>
            <a:r>
              <a:rPr lang="en-IN" sz="2000" b="1" dirty="0"/>
              <a:t>Contact : </a:t>
            </a:r>
          </a:p>
        </p:txBody>
      </p:sp>
      <p:sp>
        <p:nvSpPr>
          <p:cNvPr id="28" name="TextBox 27">
            <a:extLst>
              <a:ext uri="{FF2B5EF4-FFF2-40B4-BE49-F238E27FC236}">
                <a16:creationId xmlns:a16="http://schemas.microsoft.com/office/drawing/2014/main" id="{CB4C4CA2-952C-DBF4-7286-61097F62BC03}"/>
              </a:ext>
            </a:extLst>
          </p:cNvPr>
          <p:cNvSpPr txBox="1"/>
          <p:nvPr/>
        </p:nvSpPr>
        <p:spPr>
          <a:xfrm>
            <a:off x="437832" y="5312380"/>
            <a:ext cx="3920808" cy="400110"/>
          </a:xfrm>
          <a:prstGeom prst="rect">
            <a:avLst/>
          </a:prstGeom>
          <a:noFill/>
        </p:spPr>
        <p:txBody>
          <a:bodyPr wrap="square">
            <a:spAutoFit/>
          </a:bodyPr>
          <a:lstStyle/>
          <a:p>
            <a:pPr marL="342900" indent="-342900">
              <a:buFont typeface="Arial" panose="020B0604020202020204" pitchFamily="34" charset="0"/>
              <a:buChar char="•"/>
            </a:pPr>
            <a:r>
              <a:rPr lang="en-IN" sz="2000" b="1" dirty="0"/>
              <a:t>Email   </a:t>
            </a:r>
            <a:r>
              <a:rPr lang="en-IN" sz="2000" dirty="0"/>
              <a:t>: pallav@techmicra.in</a:t>
            </a:r>
          </a:p>
        </p:txBody>
      </p:sp>
      <p:sp>
        <p:nvSpPr>
          <p:cNvPr id="30" name="TextBox 29">
            <a:extLst>
              <a:ext uri="{FF2B5EF4-FFF2-40B4-BE49-F238E27FC236}">
                <a16:creationId xmlns:a16="http://schemas.microsoft.com/office/drawing/2014/main" id="{901D9952-260B-6D88-F11D-1BBAC7DF6019}"/>
              </a:ext>
            </a:extLst>
          </p:cNvPr>
          <p:cNvSpPr txBox="1"/>
          <p:nvPr/>
        </p:nvSpPr>
        <p:spPr>
          <a:xfrm>
            <a:off x="437832" y="5811031"/>
            <a:ext cx="6096000" cy="400110"/>
          </a:xfrm>
          <a:prstGeom prst="rect">
            <a:avLst/>
          </a:prstGeom>
          <a:noFill/>
        </p:spPr>
        <p:txBody>
          <a:bodyPr wrap="square">
            <a:spAutoFit/>
          </a:bodyPr>
          <a:lstStyle/>
          <a:p>
            <a:pPr marL="342900" indent="-342900">
              <a:buFont typeface="Arial" panose="020B0604020202020204" pitchFamily="34" charset="0"/>
              <a:buChar char="•"/>
            </a:pPr>
            <a:r>
              <a:rPr lang="en-IN" sz="2000" b="1" dirty="0"/>
              <a:t>Phone </a:t>
            </a:r>
            <a:r>
              <a:rPr lang="en-IN" sz="2000" dirty="0"/>
              <a:t>: +91 9727835207</a:t>
            </a:r>
          </a:p>
        </p:txBody>
      </p:sp>
    </p:spTree>
    <p:extLst>
      <p:ext uri="{BB962C8B-B14F-4D97-AF65-F5344CB8AC3E}">
        <p14:creationId xmlns:p14="http://schemas.microsoft.com/office/powerpoint/2010/main" val="1232327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1B7B07-8894-BD9C-361A-C98D6545072E}"/>
              </a:ext>
            </a:extLst>
          </p:cNvPr>
          <p:cNvSpPr txBox="1"/>
          <p:nvPr/>
        </p:nvSpPr>
        <p:spPr>
          <a:xfrm>
            <a:off x="4582160" y="257294"/>
            <a:ext cx="3190240" cy="523220"/>
          </a:xfrm>
          <a:prstGeom prst="rect">
            <a:avLst/>
          </a:prstGeom>
          <a:noFill/>
        </p:spPr>
        <p:txBody>
          <a:bodyPr wrap="square">
            <a:spAutoFit/>
          </a:bodyPr>
          <a:lstStyle/>
          <a:p>
            <a:r>
              <a:rPr lang="en-IN" sz="2800" b="1" u="sng" dirty="0"/>
              <a:t>Project introduction </a:t>
            </a:r>
          </a:p>
        </p:txBody>
      </p:sp>
      <p:sp>
        <p:nvSpPr>
          <p:cNvPr id="7" name="TextBox 6">
            <a:extLst>
              <a:ext uri="{FF2B5EF4-FFF2-40B4-BE49-F238E27FC236}">
                <a16:creationId xmlns:a16="http://schemas.microsoft.com/office/drawing/2014/main" id="{D7D77346-E833-F199-AB3F-B083D8AC3E65}"/>
              </a:ext>
            </a:extLst>
          </p:cNvPr>
          <p:cNvSpPr txBox="1"/>
          <p:nvPr/>
        </p:nvSpPr>
        <p:spPr>
          <a:xfrm>
            <a:off x="436880" y="780513"/>
            <a:ext cx="11653520" cy="2246769"/>
          </a:xfrm>
          <a:prstGeom prst="rect">
            <a:avLst/>
          </a:prstGeom>
          <a:noFill/>
        </p:spPr>
        <p:txBody>
          <a:bodyPr wrap="square">
            <a:spAutoFit/>
          </a:bodyPr>
          <a:lstStyle/>
          <a:p>
            <a:pPr marL="342900" indent="-342900" algn="just">
              <a:buFont typeface="Arial" panose="020B0604020202020204" pitchFamily="34" charset="0"/>
              <a:buChar char="•"/>
            </a:pPr>
            <a:r>
              <a:rPr lang="en-US" sz="2000" dirty="0"/>
              <a:t>The Gurukul E-Learning Website is a role-based digital learning platform designed to provide a structured and centralized environment for online education. The system connects administrators, teachers, and students through clearly defined workflows that support course creation, content management, learning activities, assessments, and certification processes. Its primary goal is to modernize the educational experience by transforming traditional teaching methods into a digital ecosystem where academic content can be created, reviewed, published, and monitored efficiently while maintaining quality standards and organized system management.</a:t>
            </a:r>
            <a:endParaRPr lang="en-IN" sz="2000" dirty="0"/>
          </a:p>
        </p:txBody>
      </p:sp>
      <p:sp>
        <p:nvSpPr>
          <p:cNvPr id="9" name="TextBox 8">
            <a:extLst>
              <a:ext uri="{FF2B5EF4-FFF2-40B4-BE49-F238E27FC236}">
                <a16:creationId xmlns:a16="http://schemas.microsoft.com/office/drawing/2014/main" id="{9D058E81-DBE4-FBA6-3893-FD7D05190E60}"/>
              </a:ext>
            </a:extLst>
          </p:cNvPr>
          <p:cNvSpPr txBox="1"/>
          <p:nvPr/>
        </p:nvSpPr>
        <p:spPr>
          <a:xfrm>
            <a:off x="436880" y="3131145"/>
            <a:ext cx="11653520" cy="707886"/>
          </a:xfrm>
          <a:prstGeom prst="rect">
            <a:avLst/>
          </a:prstGeom>
          <a:noFill/>
        </p:spPr>
        <p:txBody>
          <a:bodyPr wrap="square">
            <a:spAutoFit/>
          </a:bodyPr>
          <a:lstStyle/>
          <a:p>
            <a:pPr marL="285750" indent="-285750" algn="just">
              <a:buFont typeface="Arial" panose="020B0604020202020204" pitchFamily="34" charset="0"/>
              <a:buChar char="•"/>
            </a:pPr>
            <a:r>
              <a:rPr lang="en-US" sz="2000" dirty="0"/>
              <a:t>Within the platform, administrators manage overall operations such as reviewing courses, publishing approved content, monitoring certificates, and analyzing platform performance through dashboards. </a:t>
            </a:r>
            <a:endParaRPr lang="en-IN" sz="2000" dirty="0"/>
          </a:p>
        </p:txBody>
      </p:sp>
      <p:sp>
        <p:nvSpPr>
          <p:cNvPr id="11" name="TextBox 10">
            <a:extLst>
              <a:ext uri="{FF2B5EF4-FFF2-40B4-BE49-F238E27FC236}">
                <a16:creationId xmlns:a16="http://schemas.microsoft.com/office/drawing/2014/main" id="{A4107A73-30B0-1B6C-9863-75E8530B6E2C}"/>
              </a:ext>
            </a:extLst>
          </p:cNvPr>
          <p:cNvSpPr txBox="1"/>
          <p:nvPr/>
        </p:nvSpPr>
        <p:spPr>
          <a:xfrm>
            <a:off x="436880" y="3942894"/>
            <a:ext cx="11653520" cy="707886"/>
          </a:xfrm>
          <a:prstGeom prst="rect">
            <a:avLst/>
          </a:prstGeom>
          <a:noFill/>
        </p:spPr>
        <p:txBody>
          <a:bodyPr wrap="square">
            <a:spAutoFit/>
          </a:bodyPr>
          <a:lstStyle/>
          <a:p>
            <a:pPr marL="342900" indent="-342900" algn="just">
              <a:buFont typeface="Arial" panose="020B0604020202020204" pitchFamily="34" charset="0"/>
              <a:buChar char="•"/>
            </a:pPr>
            <a:r>
              <a:rPr lang="en-US" sz="2000" dirty="0"/>
              <a:t>Teachers contribute by creating courses, adding modules and lessons, preparing quizzes and assignments, and submitting content for approval, ensuring a structured academic flow.</a:t>
            </a:r>
            <a:endParaRPr lang="en-IN" sz="2000" dirty="0"/>
          </a:p>
        </p:txBody>
      </p:sp>
      <p:sp>
        <p:nvSpPr>
          <p:cNvPr id="13" name="TextBox 12">
            <a:extLst>
              <a:ext uri="{FF2B5EF4-FFF2-40B4-BE49-F238E27FC236}">
                <a16:creationId xmlns:a16="http://schemas.microsoft.com/office/drawing/2014/main" id="{496A83C4-9634-302B-ECD0-0AC68F28D2D7}"/>
              </a:ext>
            </a:extLst>
          </p:cNvPr>
          <p:cNvSpPr txBox="1"/>
          <p:nvPr/>
        </p:nvSpPr>
        <p:spPr>
          <a:xfrm>
            <a:off x="436880" y="4754643"/>
            <a:ext cx="11653520" cy="1323439"/>
          </a:xfrm>
          <a:prstGeom prst="rect">
            <a:avLst/>
          </a:prstGeom>
          <a:noFill/>
        </p:spPr>
        <p:txBody>
          <a:bodyPr wrap="square">
            <a:spAutoFit/>
          </a:bodyPr>
          <a:lstStyle/>
          <a:p>
            <a:pPr marL="342900" indent="-342900" algn="just">
              <a:buFont typeface="Arial" panose="020B0604020202020204" pitchFamily="34" charset="0"/>
              <a:buChar char="•"/>
            </a:pPr>
            <a:r>
              <a:rPr lang="en-US" sz="2000" dirty="0"/>
              <a:t>Students engage with the system by browsing courses, learning lessons, completing quizzes and assignments, tracking progress, and downloading certificates upon successful completion. Together, these interconnected workflows create a complete learning lifecycle that demonstrates a practical and scalable e-learning solution for modern educational environments.</a:t>
            </a:r>
            <a:endParaRPr lang="en-IN" sz="2000" dirty="0"/>
          </a:p>
        </p:txBody>
      </p:sp>
    </p:spTree>
    <p:extLst>
      <p:ext uri="{BB962C8B-B14F-4D97-AF65-F5344CB8AC3E}">
        <p14:creationId xmlns:p14="http://schemas.microsoft.com/office/powerpoint/2010/main" val="3639628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5EEADF4-153B-3AC7-7325-D890B150D83B}"/>
              </a:ext>
            </a:extLst>
          </p:cNvPr>
          <p:cNvSpPr txBox="1"/>
          <p:nvPr/>
        </p:nvSpPr>
        <p:spPr>
          <a:xfrm>
            <a:off x="3388360" y="348734"/>
            <a:ext cx="5415280" cy="523220"/>
          </a:xfrm>
          <a:prstGeom prst="rect">
            <a:avLst/>
          </a:prstGeom>
          <a:noFill/>
        </p:spPr>
        <p:txBody>
          <a:bodyPr wrap="square">
            <a:spAutoFit/>
          </a:bodyPr>
          <a:lstStyle/>
          <a:p>
            <a:r>
              <a:rPr lang="en-US" sz="2800" b="1" u="sng" dirty="0">
                <a:effectLst/>
                <a:latin typeface="Calibri" panose="020F0502020204030204" pitchFamily="34" charset="0"/>
                <a:ea typeface="Calibri" panose="020F0502020204030204" pitchFamily="34" charset="0"/>
                <a:cs typeface="Mangal" panose="02040503050203030202" pitchFamily="18" charset="0"/>
              </a:rPr>
              <a:t>System Requirements &amp; Gatherings</a:t>
            </a:r>
            <a:endParaRPr lang="en-IN" sz="2800" u="sng" dirty="0"/>
          </a:p>
        </p:txBody>
      </p:sp>
      <p:sp>
        <p:nvSpPr>
          <p:cNvPr id="9" name="TextBox 8">
            <a:extLst>
              <a:ext uri="{FF2B5EF4-FFF2-40B4-BE49-F238E27FC236}">
                <a16:creationId xmlns:a16="http://schemas.microsoft.com/office/drawing/2014/main" id="{DD06C01C-D3A9-BB94-40A5-3AA0EAC06BEA}"/>
              </a:ext>
            </a:extLst>
          </p:cNvPr>
          <p:cNvSpPr txBox="1"/>
          <p:nvPr/>
        </p:nvSpPr>
        <p:spPr>
          <a:xfrm>
            <a:off x="254000" y="969234"/>
            <a:ext cx="7995920" cy="506292"/>
          </a:xfrm>
          <a:prstGeom prst="rect">
            <a:avLst/>
          </a:prstGeom>
          <a:noFill/>
        </p:spPr>
        <p:txBody>
          <a:bodyPr wrap="square">
            <a:spAutoFit/>
          </a:bodyPr>
          <a:lstStyle/>
          <a:p>
            <a:pPr algn="just">
              <a:lnSpc>
                <a:spcPct val="150000"/>
              </a:lnSpc>
              <a:spcAft>
                <a:spcPts val="800"/>
              </a:spcAft>
            </a:pPr>
            <a:r>
              <a:rPr lang="en-US" sz="2000" kern="100" dirty="0">
                <a:effectLst/>
                <a:latin typeface="Calibri" panose="020F0502020204030204" pitchFamily="34" charset="0"/>
                <a:ea typeface="Calibri" panose="020F0502020204030204" pitchFamily="34" charset="0"/>
                <a:cs typeface="Mangal" panose="02040503050203030202" pitchFamily="18" charset="0"/>
              </a:rPr>
              <a:t>The Gurukul E-Learning platform has 3 entities Admin, teacher and student.</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11" name="TextBox 10">
            <a:extLst>
              <a:ext uri="{FF2B5EF4-FFF2-40B4-BE49-F238E27FC236}">
                <a16:creationId xmlns:a16="http://schemas.microsoft.com/office/drawing/2014/main" id="{BFDF7188-2D1E-7B7C-6B9C-F0A372F0E919}"/>
              </a:ext>
            </a:extLst>
          </p:cNvPr>
          <p:cNvSpPr txBox="1"/>
          <p:nvPr/>
        </p:nvSpPr>
        <p:spPr>
          <a:xfrm>
            <a:off x="254000" y="1569331"/>
            <a:ext cx="1148080" cy="400110"/>
          </a:xfrm>
          <a:prstGeom prst="rect">
            <a:avLst/>
          </a:prstGeom>
          <a:noFill/>
        </p:spPr>
        <p:txBody>
          <a:bodyPr wrap="square">
            <a:spAutoFit/>
          </a:bodyPr>
          <a:lstStyle/>
          <a:p>
            <a:r>
              <a:rPr lang="en-US" sz="2000" b="1" dirty="0"/>
              <a:t>ADMIN :</a:t>
            </a:r>
            <a:endParaRPr lang="en-IN" sz="2000" b="1" dirty="0"/>
          </a:p>
        </p:txBody>
      </p:sp>
      <p:sp>
        <p:nvSpPr>
          <p:cNvPr id="13" name="TextBox 12">
            <a:extLst>
              <a:ext uri="{FF2B5EF4-FFF2-40B4-BE49-F238E27FC236}">
                <a16:creationId xmlns:a16="http://schemas.microsoft.com/office/drawing/2014/main" id="{B02A4472-0A94-11B3-483D-F545D61D4070}"/>
              </a:ext>
            </a:extLst>
          </p:cNvPr>
          <p:cNvSpPr txBox="1"/>
          <p:nvPr/>
        </p:nvSpPr>
        <p:spPr>
          <a:xfrm>
            <a:off x="327660" y="1888012"/>
            <a:ext cx="11536680" cy="4315027"/>
          </a:xfrm>
          <a:prstGeom prst="rect">
            <a:avLst/>
          </a:prstGeom>
          <a:noFill/>
        </p:spPr>
        <p:txBody>
          <a:bodyPr wrap="square">
            <a:spAutoFit/>
          </a:bodyPr>
          <a:lstStyle/>
          <a:p>
            <a:pPr algn="just">
              <a:lnSpc>
                <a:spcPct val="200000"/>
              </a:lnSpc>
            </a:pPr>
            <a:r>
              <a:rPr lang="en-US" sz="2000" dirty="0"/>
              <a:t>→ Admin can securely log into the system using authorized credentials.</a:t>
            </a:r>
          </a:p>
          <a:p>
            <a:pPr algn="just">
              <a:lnSpc>
                <a:spcPct val="200000"/>
              </a:lnSpc>
            </a:pPr>
            <a:r>
              <a:rPr lang="en-US" sz="2000" dirty="0"/>
              <a:t>→ Admin can access the Admin Dashboard to manage overall platform operations.</a:t>
            </a:r>
          </a:p>
          <a:p>
            <a:pPr algn="just">
              <a:lnSpc>
                <a:spcPct val="200000"/>
              </a:lnSpc>
            </a:pPr>
            <a:r>
              <a:rPr lang="en-US" sz="2000" dirty="0"/>
              <a:t>→ Admin can view and manage all registered users within the system.</a:t>
            </a:r>
          </a:p>
          <a:p>
            <a:pPr algn="just">
              <a:lnSpc>
                <a:spcPct val="200000"/>
              </a:lnSpc>
            </a:pPr>
            <a:r>
              <a:rPr lang="en-US" sz="2000" dirty="0"/>
              <a:t>→ Admin can review submitted courses before approval.</a:t>
            </a:r>
          </a:p>
          <a:p>
            <a:pPr algn="just">
              <a:lnSpc>
                <a:spcPct val="200000"/>
              </a:lnSpc>
            </a:pPr>
            <a:r>
              <a:rPr lang="en-US" sz="2000" dirty="0"/>
              <a:t>→ Admin can publish approved courses and make them available to students.</a:t>
            </a:r>
          </a:p>
          <a:p>
            <a:pPr algn="just">
              <a:lnSpc>
                <a:spcPct val="200000"/>
              </a:lnSpc>
            </a:pPr>
            <a:r>
              <a:rPr lang="en-US" sz="2000" dirty="0"/>
              <a:t>→ Admin can monitor issued certificates and completion records.</a:t>
            </a:r>
          </a:p>
          <a:p>
            <a:pPr algn="just">
              <a:lnSpc>
                <a:spcPct val="200000"/>
              </a:lnSpc>
            </a:pPr>
            <a:r>
              <a:rPr lang="en-US" sz="2000" dirty="0"/>
              <a:t>→ Admin can access platform analytics to track performance and activity.</a:t>
            </a:r>
          </a:p>
        </p:txBody>
      </p:sp>
    </p:spTree>
    <p:extLst>
      <p:ext uri="{BB962C8B-B14F-4D97-AF65-F5344CB8AC3E}">
        <p14:creationId xmlns:p14="http://schemas.microsoft.com/office/powerpoint/2010/main" val="266526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E87B3A9-24F4-EA15-D3E3-25ACDCDA87C4}"/>
              </a:ext>
            </a:extLst>
          </p:cNvPr>
          <p:cNvSpPr txBox="1"/>
          <p:nvPr/>
        </p:nvSpPr>
        <p:spPr>
          <a:xfrm>
            <a:off x="3373120" y="231150"/>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pitchFamily="34" charset="0"/>
                <a:ea typeface="Calibri" panose="020F0502020204030204" pitchFamily="34" charset="0"/>
                <a:cs typeface="Mangal" panose="02040503050203030202" pitchFamily="18" charset="0"/>
              </a:rPr>
              <a:t>System Requirements &amp; Gatherings</a:t>
            </a:r>
            <a:endParaRPr kumimoji="0" lang="en-IN" sz="2800" b="0" i="0" u="sng" strike="noStrike" kern="1200" cap="none" spc="0" normalizeH="0" baseline="0" noProof="0" dirty="0">
              <a:ln>
                <a:noFill/>
              </a:ln>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39600C18-2BDB-8C25-9262-1437C3B52013}"/>
              </a:ext>
            </a:extLst>
          </p:cNvPr>
          <p:cNvSpPr txBox="1"/>
          <p:nvPr/>
        </p:nvSpPr>
        <p:spPr>
          <a:xfrm>
            <a:off x="467360" y="754370"/>
            <a:ext cx="1310640" cy="400110"/>
          </a:xfrm>
          <a:prstGeom prst="rect">
            <a:avLst/>
          </a:prstGeom>
          <a:noFill/>
        </p:spPr>
        <p:txBody>
          <a:bodyPr wrap="square">
            <a:spAutoFit/>
          </a:bodyPr>
          <a:lstStyle/>
          <a:p>
            <a:r>
              <a:rPr lang="en-US" sz="2000" b="1" dirty="0"/>
              <a:t>TEACHER :</a:t>
            </a:r>
            <a:endParaRPr lang="en-IN" sz="2000" b="1" dirty="0"/>
          </a:p>
        </p:txBody>
      </p:sp>
      <p:sp>
        <p:nvSpPr>
          <p:cNvPr id="11" name="TextBox 10">
            <a:extLst>
              <a:ext uri="{FF2B5EF4-FFF2-40B4-BE49-F238E27FC236}">
                <a16:creationId xmlns:a16="http://schemas.microsoft.com/office/drawing/2014/main" id="{5E0F5517-7417-131E-62E5-87AB48B55B92}"/>
              </a:ext>
            </a:extLst>
          </p:cNvPr>
          <p:cNvSpPr txBox="1"/>
          <p:nvPr/>
        </p:nvSpPr>
        <p:spPr>
          <a:xfrm>
            <a:off x="375920" y="1123702"/>
            <a:ext cx="11440160" cy="5020349"/>
          </a:xfrm>
          <a:prstGeom prst="rect">
            <a:avLst/>
          </a:prstGeom>
          <a:noFill/>
        </p:spPr>
        <p:txBody>
          <a:bodyPr wrap="square">
            <a:spAutoFit/>
          </a:bodyPr>
          <a:lstStyle/>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securely log into the system with assigned credentials.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access the Teacher Dashboard to manage teaching activities.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create a new course with required details and structure(paid and free.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add modules to organize course content logically.</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add lessons inside modules for structured learning delivery.</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create quizzes to evaluate student understanding.</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create assignments for practical assessment.</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submit the completed course for administrative review and approval.</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Teacher can grade student submissions and provide evaluation feedback.</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910923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C0E7580-C6A2-3870-6E66-32D3D80F0AD2}"/>
              </a:ext>
            </a:extLst>
          </p:cNvPr>
          <p:cNvSpPr txBox="1"/>
          <p:nvPr/>
        </p:nvSpPr>
        <p:spPr>
          <a:xfrm>
            <a:off x="396240" y="492760"/>
            <a:ext cx="1320800" cy="506292"/>
          </a:xfrm>
          <a:prstGeom prst="rect">
            <a:avLst/>
          </a:prstGeom>
          <a:noFill/>
        </p:spPr>
        <p:txBody>
          <a:bodyPr wrap="square">
            <a:spAutoFit/>
          </a:bodyPr>
          <a:lstStyle/>
          <a:p>
            <a:pPr algn="just">
              <a:lnSpc>
                <a:spcPct val="150000"/>
              </a:lnSpc>
              <a:spcBef>
                <a:spcPts val="200"/>
              </a:spcBef>
              <a:buNone/>
            </a:pPr>
            <a:r>
              <a:rPr lang="en-US" sz="2000" b="1" kern="100" dirty="0">
                <a:effectLst/>
                <a:ea typeface="Times New Roman" panose="02020603050405020304" pitchFamily="18" charset="0"/>
                <a:cs typeface="Mangal" panose="02040503050203030202" pitchFamily="18" charset="0"/>
              </a:rPr>
              <a:t>STUDENT :</a:t>
            </a:r>
            <a:endParaRPr lang="en-IN" sz="2000" b="1" kern="100" dirty="0">
              <a:effectLst/>
              <a:ea typeface="Times New Roman" panose="02020603050405020304" pitchFamily="18" charset="0"/>
              <a:cs typeface="Mangal" panose="02040503050203030202" pitchFamily="18" charset="0"/>
            </a:endParaRPr>
          </a:p>
        </p:txBody>
      </p:sp>
      <p:sp>
        <p:nvSpPr>
          <p:cNvPr id="11" name="TextBox 10">
            <a:extLst>
              <a:ext uri="{FF2B5EF4-FFF2-40B4-BE49-F238E27FC236}">
                <a16:creationId xmlns:a16="http://schemas.microsoft.com/office/drawing/2014/main" id="{FA1CB652-A353-4125-064D-5A7F8835FADE}"/>
              </a:ext>
            </a:extLst>
          </p:cNvPr>
          <p:cNvSpPr txBox="1"/>
          <p:nvPr/>
        </p:nvSpPr>
        <p:spPr>
          <a:xfrm>
            <a:off x="3048000" y="231150"/>
            <a:ext cx="60960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pitchFamily="34" charset="0"/>
                <a:ea typeface="Calibri" panose="020F0502020204030204" pitchFamily="34" charset="0"/>
                <a:cs typeface="Mangal" panose="02040503050203030202" pitchFamily="18" charset="0"/>
              </a:rPr>
              <a:t>System Requirements &amp; Gatherings</a:t>
            </a:r>
            <a:endParaRPr kumimoji="0" lang="en-IN" sz="2800" b="0" i="0" u="sng" strike="noStrike" kern="1200" cap="none" spc="0" normalizeH="0" baseline="0" noProof="0" dirty="0">
              <a:ln>
                <a:noFill/>
              </a:ln>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23C08E1-7A2B-9732-964F-DB56E1BE70CC}"/>
              </a:ext>
            </a:extLst>
          </p:cNvPr>
          <p:cNvSpPr txBox="1"/>
          <p:nvPr/>
        </p:nvSpPr>
        <p:spPr>
          <a:xfrm>
            <a:off x="396240" y="811729"/>
            <a:ext cx="11399520" cy="6046271"/>
          </a:xfrm>
          <a:prstGeom prst="rect">
            <a:avLst/>
          </a:prstGeom>
          <a:noFill/>
        </p:spPr>
        <p:txBody>
          <a:bodyPr wrap="square">
            <a:spAutoFit/>
          </a:bodyPr>
          <a:lstStyle/>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securely log into the platform using registered credentials.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access the Student Dashboard to manage learning activities.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browse available courses published on the platform.</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open the curriculum to view course structure and modules.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learn lessons through provided educational content.</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mark lessons as completed to update progress tracking.</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attempt quizzes associated with the course.</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submit assignments for evaluation.</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gn="just">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track overall learning progress within the dashboard.</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a:p>
            <a:pPr marL="144145">
              <a:lnSpc>
                <a:spcPct val="150000"/>
              </a:lnSpc>
              <a:spcAft>
                <a:spcPts val="800"/>
              </a:spcAft>
              <a:buNone/>
            </a:pP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download certificates after successful course completion.</a:t>
            </a:r>
            <a:br>
              <a:rPr lang="en-US" sz="2000" kern="100" dirty="0">
                <a:effectLst/>
                <a:latin typeface="Calibri" panose="020F0502020204030204" pitchFamily="34" charset="0"/>
                <a:ea typeface="Calibri" panose="020F0502020204030204" pitchFamily="34" charset="0"/>
                <a:cs typeface="Mangal" panose="02040503050203030202" pitchFamily="18" charset="0"/>
              </a:rPr>
            </a:br>
            <a:r>
              <a:rPr lang="en-US" sz="2000" kern="100" dirty="0">
                <a:effectLst/>
                <a:latin typeface="Calibri" panose="020F0502020204030204" pitchFamily="34" charset="0"/>
                <a:ea typeface="Calibri" panose="020F0502020204030204" pitchFamily="34" charset="0"/>
                <a:cs typeface="Mangal" panose="02040503050203030202" pitchFamily="18" charset="0"/>
              </a:rPr>
              <a:t>→ Student can enroll in paid courses.</a:t>
            </a:r>
            <a:endParaRPr lang="en-IN" sz="20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103283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81E853-ABF8-658A-D5A2-8DC401B7C857}"/>
              </a:ext>
            </a:extLst>
          </p:cNvPr>
          <p:cNvSpPr txBox="1"/>
          <p:nvPr/>
        </p:nvSpPr>
        <p:spPr>
          <a:xfrm>
            <a:off x="4277360" y="223520"/>
            <a:ext cx="3637280" cy="523220"/>
          </a:xfrm>
          <a:prstGeom prst="rect">
            <a:avLst/>
          </a:prstGeom>
          <a:noFill/>
        </p:spPr>
        <p:txBody>
          <a:bodyPr wrap="square" rtlCol="0">
            <a:spAutoFit/>
          </a:bodyPr>
          <a:lstStyle/>
          <a:p>
            <a:r>
              <a:rPr lang="en-US" sz="2800" b="1" u="sng" dirty="0"/>
              <a:t>Tools and Technologies</a:t>
            </a:r>
            <a:endParaRPr lang="en-IN" sz="2800" b="1" u="sng" dirty="0"/>
          </a:p>
        </p:txBody>
      </p:sp>
      <p:grpSp>
        <p:nvGrpSpPr>
          <p:cNvPr id="58" name="Group 57">
            <a:extLst>
              <a:ext uri="{FF2B5EF4-FFF2-40B4-BE49-F238E27FC236}">
                <a16:creationId xmlns:a16="http://schemas.microsoft.com/office/drawing/2014/main" id="{EB1D8335-ABF2-974B-7334-1C0693A777C1}"/>
              </a:ext>
            </a:extLst>
          </p:cNvPr>
          <p:cNvGrpSpPr/>
          <p:nvPr/>
        </p:nvGrpSpPr>
        <p:grpSpPr>
          <a:xfrm>
            <a:off x="5377074" y="860206"/>
            <a:ext cx="1320800" cy="1662909"/>
            <a:chOff x="2842240" y="932502"/>
            <a:chExt cx="1320800" cy="1662909"/>
          </a:xfrm>
        </p:grpSpPr>
        <p:sp>
          <p:nvSpPr>
            <p:cNvPr id="10" name="TextBox 9">
              <a:extLst>
                <a:ext uri="{FF2B5EF4-FFF2-40B4-BE49-F238E27FC236}">
                  <a16:creationId xmlns:a16="http://schemas.microsoft.com/office/drawing/2014/main" id="{F1A4B11D-EB60-8BD2-0C6E-2F6689858A27}"/>
                </a:ext>
              </a:extLst>
            </p:cNvPr>
            <p:cNvSpPr txBox="1"/>
            <p:nvPr/>
          </p:nvSpPr>
          <p:spPr>
            <a:xfrm>
              <a:off x="2842240" y="932502"/>
              <a:ext cx="1320800" cy="400110"/>
            </a:xfrm>
            <a:prstGeom prst="rect">
              <a:avLst/>
            </a:prstGeom>
            <a:noFill/>
          </p:spPr>
          <p:txBody>
            <a:bodyPr wrap="square">
              <a:spAutoFit/>
            </a:bodyPr>
            <a:lstStyle/>
            <a:p>
              <a:r>
                <a:rPr lang="en-US" sz="2000" b="1" dirty="0"/>
                <a:t>Database :</a:t>
              </a:r>
              <a:endParaRPr lang="en-IN" sz="2000" b="1" dirty="0"/>
            </a:p>
          </p:txBody>
        </p:sp>
        <p:pic>
          <p:nvPicPr>
            <p:cNvPr id="30" name="Picture 29">
              <a:extLst>
                <a:ext uri="{FF2B5EF4-FFF2-40B4-BE49-F238E27FC236}">
                  <a16:creationId xmlns:a16="http://schemas.microsoft.com/office/drawing/2014/main" id="{D2452EA0-1E7D-5845-DC43-DFB6ED9CE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235" y="1508291"/>
              <a:ext cx="1087120" cy="1087120"/>
            </a:xfrm>
            <a:prstGeom prst="rect">
              <a:avLst/>
            </a:prstGeom>
          </p:spPr>
        </p:pic>
      </p:grpSp>
      <p:grpSp>
        <p:nvGrpSpPr>
          <p:cNvPr id="57" name="Group 56">
            <a:extLst>
              <a:ext uri="{FF2B5EF4-FFF2-40B4-BE49-F238E27FC236}">
                <a16:creationId xmlns:a16="http://schemas.microsoft.com/office/drawing/2014/main" id="{9EEEA592-E706-A9EF-4D73-7402153F24A3}"/>
              </a:ext>
            </a:extLst>
          </p:cNvPr>
          <p:cNvGrpSpPr/>
          <p:nvPr/>
        </p:nvGrpSpPr>
        <p:grpSpPr>
          <a:xfrm>
            <a:off x="3164909" y="815129"/>
            <a:ext cx="1320800" cy="3365826"/>
            <a:chOff x="1605278" y="909858"/>
            <a:chExt cx="1320800" cy="3365826"/>
          </a:xfrm>
        </p:grpSpPr>
        <p:sp>
          <p:nvSpPr>
            <p:cNvPr id="8" name="TextBox 7">
              <a:extLst>
                <a:ext uri="{FF2B5EF4-FFF2-40B4-BE49-F238E27FC236}">
                  <a16:creationId xmlns:a16="http://schemas.microsoft.com/office/drawing/2014/main" id="{DBBB24D9-FFB7-63A7-915B-26DEDA5A7626}"/>
                </a:ext>
              </a:extLst>
            </p:cNvPr>
            <p:cNvSpPr txBox="1"/>
            <p:nvPr/>
          </p:nvSpPr>
          <p:spPr>
            <a:xfrm>
              <a:off x="1605278" y="909858"/>
              <a:ext cx="1320800" cy="400110"/>
            </a:xfrm>
            <a:prstGeom prst="rect">
              <a:avLst/>
            </a:prstGeom>
            <a:noFill/>
          </p:spPr>
          <p:txBody>
            <a:bodyPr wrap="square">
              <a:spAutoFit/>
            </a:bodyPr>
            <a:lstStyle/>
            <a:p>
              <a:r>
                <a:rPr lang="en-IN" sz="2000" b="1" dirty="0"/>
                <a:t>Backend :</a:t>
              </a:r>
            </a:p>
          </p:txBody>
        </p:sp>
        <p:grpSp>
          <p:nvGrpSpPr>
            <p:cNvPr id="45" name="Group 44">
              <a:extLst>
                <a:ext uri="{FF2B5EF4-FFF2-40B4-BE49-F238E27FC236}">
                  <a16:creationId xmlns:a16="http://schemas.microsoft.com/office/drawing/2014/main" id="{7F0F229F-8E17-18F2-FC2A-115385FD1DBE}"/>
                </a:ext>
              </a:extLst>
            </p:cNvPr>
            <p:cNvGrpSpPr/>
            <p:nvPr/>
          </p:nvGrpSpPr>
          <p:grpSpPr>
            <a:xfrm>
              <a:off x="1605278" y="1430074"/>
              <a:ext cx="1087119" cy="1343780"/>
              <a:chOff x="1943900" y="1559832"/>
              <a:chExt cx="1087119" cy="1343780"/>
            </a:xfrm>
          </p:grpSpPr>
          <p:pic>
            <p:nvPicPr>
              <p:cNvPr id="24" name="Picture 23">
                <a:extLst>
                  <a:ext uri="{FF2B5EF4-FFF2-40B4-BE49-F238E27FC236}">
                    <a16:creationId xmlns:a16="http://schemas.microsoft.com/office/drawing/2014/main" id="{AA485F78-D5E6-BE49-F5BD-9DE98F7E7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3900" y="1816493"/>
                <a:ext cx="1087119" cy="1087119"/>
              </a:xfrm>
              <a:prstGeom prst="rect">
                <a:avLst/>
              </a:prstGeom>
            </p:spPr>
          </p:pic>
          <p:sp>
            <p:nvSpPr>
              <p:cNvPr id="44" name="TextBox 43">
                <a:extLst>
                  <a:ext uri="{FF2B5EF4-FFF2-40B4-BE49-F238E27FC236}">
                    <a16:creationId xmlns:a16="http://schemas.microsoft.com/office/drawing/2014/main" id="{A3A64D1E-36BC-8CB6-0B4F-68E4E51BA6BE}"/>
                  </a:ext>
                </a:extLst>
              </p:cNvPr>
              <p:cNvSpPr txBox="1"/>
              <p:nvPr/>
            </p:nvSpPr>
            <p:spPr>
              <a:xfrm>
                <a:off x="2000789" y="1559832"/>
                <a:ext cx="973343" cy="400110"/>
              </a:xfrm>
              <a:prstGeom prst="rect">
                <a:avLst/>
              </a:prstGeom>
              <a:noFill/>
            </p:spPr>
            <p:txBody>
              <a:bodyPr wrap="none" rtlCol="0">
                <a:spAutoFit/>
              </a:bodyPr>
              <a:lstStyle/>
              <a:p>
                <a:r>
                  <a:rPr lang="en-US" sz="2000" dirty="0"/>
                  <a:t>Node.js</a:t>
                </a:r>
                <a:endParaRPr lang="en-IN" sz="2000" dirty="0"/>
              </a:p>
            </p:txBody>
          </p:sp>
        </p:grpSp>
        <p:grpSp>
          <p:nvGrpSpPr>
            <p:cNvPr id="47" name="Group 46">
              <a:extLst>
                <a:ext uri="{FF2B5EF4-FFF2-40B4-BE49-F238E27FC236}">
                  <a16:creationId xmlns:a16="http://schemas.microsoft.com/office/drawing/2014/main" id="{C7DFFAEB-EE2A-230A-30BC-8847A8A246A9}"/>
                </a:ext>
              </a:extLst>
            </p:cNvPr>
            <p:cNvGrpSpPr/>
            <p:nvPr/>
          </p:nvGrpSpPr>
          <p:grpSpPr>
            <a:xfrm>
              <a:off x="1660148" y="3141663"/>
              <a:ext cx="1198877" cy="1134021"/>
              <a:chOff x="1833202" y="3145541"/>
              <a:chExt cx="1198877" cy="1134021"/>
            </a:xfrm>
          </p:grpSpPr>
          <p:pic>
            <p:nvPicPr>
              <p:cNvPr id="26" name="Picture 25">
                <a:extLst>
                  <a:ext uri="{FF2B5EF4-FFF2-40B4-BE49-F238E27FC236}">
                    <a16:creationId xmlns:a16="http://schemas.microsoft.com/office/drawing/2014/main" id="{41A584FC-B8DF-A1BE-BCF0-F2239304B5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3050" y="3420382"/>
                <a:ext cx="859180" cy="859180"/>
              </a:xfrm>
              <a:prstGeom prst="rect">
                <a:avLst/>
              </a:prstGeom>
            </p:spPr>
          </p:pic>
          <p:sp>
            <p:nvSpPr>
              <p:cNvPr id="46" name="TextBox 45">
                <a:extLst>
                  <a:ext uri="{FF2B5EF4-FFF2-40B4-BE49-F238E27FC236}">
                    <a16:creationId xmlns:a16="http://schemas.microsoft.com/office/drawing/2014/main" id="{BBE23503-77DF-C2E7-17CF-3665358FEC2F}"/>
                  </a:ext>
                </a:extLst>
              </p:cNvPr>
              <p:cNvSpPr txBox="1"/>
              <p:nvPr/>
            </p:nvSpPr>
            <p:spPr>
              <a:xfrm>
                <a:off x="1833202" y="3145541"/>
                <a:ext cx="1198877" cy="400110"/>
              </a:xfrm>
              <a:prstGeom prst="rect">
                <a:avLst/>
              </a:prstGeom>
              <a:noFill/>
            </p:spPr>
            <p:txBody>
              <a:bodyPr wrap="square" rtlCol="0">
                <a:spAutoFit/>
              </a:bodyPr>
              <a:lstStyle/>
              <a:p>
                <a:r>
                  <a:rPr lang="en-US" sz="2000" dirty="0"/>
                  <a:t>Express.js</a:t>
                </a:r>
                <a:endParaRPr lang="en-IN" sz="2000" dirty="0"/>
              </a:p>
            </p:txBody>
          </p:sp>
        </p:grpSp>
      </p:grpSp>
      <p:grpSp>
        <p:nvGrpSpPr>
          <p:cNvPr id="62" name="Group 61">
            <a:extLst>
              <a:ext uri="{FF2B5EF4-FFF2-40B4-BE49-F238E27FC236}">
                <a16:creationId xmlns:a16="http://schemas.microsoft.com/office/drawing/2014/main" id="{66F631EA-DA3D-2A79-9D28-2E1552B97D80}"/>
              </a:ext>
            </a:extLst>
          </p:cNvPr>
          <p:cNvGrpSpPr/>
          <p:nvPr/>
        </p:nvGrpSpPr>
        <p:grpSpPr>
          <a:xfrm>
            <a:off x="10208800" y="892551"/>
            <a:ext cx="982385" cy="1685807"/>
            <a:chOff x="3898754" y="4195025"/>
            <a:chExt cx="982385" cy="1685807"/>
          </a:xfrm>
        </p:grpSpPr>
        <p:sp>
          <p:nvSpPr>
            <p:cNvPr id="12" name="TextBox 11">
              <a:extLst>
                <a:ext uri="{FF2B5EF4-FFF2-40B4-BE49-F238E27FC236}">
                  <a16:creationId xmlns:a16="http://schemas.microsoft.com/office/drawing/2014/main" id="{436D5181-5E0C-17F6-6A87-9D2B6E8A57E8}"/>
                </a:ext>
              </a:extLst>
            </p:cNvPr>
            <p:cNvSpPr txBox="1"/>
            <p:nvPr/>
          </p:nvSpPr>
          <p:spPr>
            <a:xfrm>
              <a:off x="4124958" y="4195025"/>
              <a:ext cx="680722" cy="400110"/>
            </a:xfrm>
            <a:prstGeom prst="rect">
              <a:avLst/>
            </a:prstGeom>
            <a:noFill/>
          </p:spPr>
          <p:txBody>
            <a:bodyPr wrap="square">
              <a:spAutoFit/>
            </a:bodyPr>
            <a:lstStyle/>
            <a:p>
              <a:r>
                <a:rPr lang="en-US" sz="2000" b="1" dirty="0">
                  <a:effectLst/>
                  <a:latin typeface="Calibri" panose="020F0502020204030204" pitchFamily="34" charset="0"/>
                  <a:ea typeface="Calibri" panose="020F0502020204030204" pitchFamily="34" charset="0"/>
                  <a:cs typeface="Mangal" panose="02040503050203030202" pitchFamily="18" charset="0"/>
                </a:rPr>
                <a:t>IDE : </a:t>
              </a:r>
              <a:endParaRPr lang="en-IN" sz="2000" dirty="0"/>
            </a:p>
          </p:txBody>
        </p:sp>
        <p:grpSp>
          <p:nvGrpSpPr>
            <p:cNvPr id="55" name="Group 54">
              <a:extLst>
                <a:ext uri="{FF2B5EF4-FFF2-40B4-BE49-F238E27FC236}">
                  <a16:creationId xmlns:a16="http://schemas.microsoft.com/office/drawing/2014/main" id="{E4A992F7-29D8-2B7E-478D-69C73786AFAE}"/>
                </a:ext>
              </a:extLst>
            </p:cNvPr>
            <p:cNvGrpSpPr/>
            <p:nvPr/>
          </p:nvGrpSpPr>
          <p:grpSpPr>
            <a:xfrm>
              <a:off x="3898754" y="4595135"/>
              <a:ext cx="982385" cy="1285697"/>
              <a:chOff x="3898754" y="4595135"/>
              <a:chExt cx="982385" cy="1285697"/>
            </a:xfrm>
          </p:grpSpPr>
          <p:pic>
            <p:nvPicPr>
              <p:cNvPr id="32" name="Picture 31">
                <a:extLst>
                  <a:ext uri="{FF2B5EF4-FFF2-40B4-BE49-F238E27FC236}">
                    <a16:creationId xmlns:a16="http://schemas.microsoft.com/office/drawing/2014/main" id="{536A665D-2588-CB79-C77A-E98E414DBA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5737" y="4965431"/>
                <a:ext cx="915401" cy="915401"/>
              </a:xfrm>
              <a:prstGeom prst="rect">
                <a:avLst/>
              </a:prstGeom>
            </p:spPr>
          </p:pic>
          <p:sp>
            <p:nvSpPr>
              <p:cNvPr id="48" name="TextBox 47">
                <a:extLst>
                  <a:ext uri="{FF2B5EF4-FFF2-40B4-BE49-F238E27FC236}">
                    <a16:creationId xmlns:a16="http://schemas.microsoft.com/office/drawing/2014/main" id="{6DECC0E1-F734-2497-748F-B984B262369C}"/>
                  </a:ext>
                </a:extLst>
              </p:cNvPr>
              <p:cNvSpPr txBox="1"/>
              <p:nvPr/>
            </p:nvSpPr>
            <p:spPr>
              <a:xfrm>
                <a:off x="3898754" y="4595135"/>
                <a:ext cx="982385" cy="400110"/>
              </a:xfrm>
              <a:prstGeom prst="rect">
                <a:avLst/>
              </a:prstGeom>
              <a:noFill/>
            </p:spPr>
            <p:txBody>
              <a:bodyPr wrap="none" rtlCol="0">
                <a:spAutoFit/>
              </a:bodyPr>
              <a:lstStyle/>
              <a:p>
                <a:r>
                  <a:rPr lang="en-US" sz="2000" dirty="0"/>
                  <a:t>Vs code</a:t>
                </a:r>
              </a:p>
            </p:txBody>
          </p:sp>
        </p:grpSp>
      </p:grpSp>
      <p:grpSp>
        <p:nvGrpSpPr>
          <p:cNvPr id="59" name="Group 58">
            <a:extLst>
              <a:ext uri="{FF2B5EF4-FFF2-40B4-BE49-F238E27FC236}">
                <a16:creationId xmlns:a16="http://schemas.microsoft.com/office/drawing/2014/main" id="{E54D766F-462E-3962-420A-C8A5F3F33535}"/>
              </a:ext>
            </a:extLst>
          </p:cNvPr>
          <p:cNvGrpSpPr/>
          <p:nvPr/>
        </p:nvGrpSpPr>
        <p:grpSpPr>
          <a:xfrm>
            <a:off x="8540989" y="4386742"/>
            <a:ext cx="2001520" cy="1787163"/>
            <a:chOff x="4165600" y="939368"/>
            <a:chExt cx="2001520" cy="1787163"/>
          </a:xfrm>
        </p:grpSpPr>
        <p:sp>
          <p:nvSpPr>
            <p:cNvPr id="14" name="TextBox 13">
              <a:extLst>
                <a:ext uri="{FF2B5EF4-FFF2-40B4-BE49-F238E27FC236}">
                  <a16:creationId xmlns:a16="http://schemas.microsoft.com/office/drawing/2014/main" id="{F89D5FFD-9825-740F-A86A-FE2E462ACDA2}"/>
                </a:ext>
              </a:extLst>
            </p:cNvPr>
            <p:cNvSpPr txBox="1"/>
            <p:nvPr/>
          </p:nvSpPr>
          <p:spPr>
            <a:xfrm>
              <a:off x="4165600" y="939368"/>
              <a:ext cx="2001520" cy="400110"/>
            </a:xfrm>
            <a:prstGeom prst="rect">
              <a:avLst/>
            </a:prstGeom>
            <a:noFill/>
          </p:spPr>
          <p:txBody>
            <a:bodyPr wrap="square">
              <a:spAutoFit/>
            </a:bodyPr>
            <a:lstStyle/>
            <a:p>
              <a:r>
                <a:rPr lang="en-US" sz="2000" b="1" dirty="0">
                  <a:effectLst/>
                  <a:latin typeface="Calibri" panose="020F0502020204030204" pitchFamily="34" charset="0"/>
                  <a:ea typeface="Calibri" panose="020F0502020204030204" pitchFamily="34" charset="0"/>
                  <a:cs typeface="Mangal" panose="02040503050203030202" pitchFamily="18" charset="0"/>
                </a:rPr>
                <a:t>Documentation : </a:t>
              </a:r>
              <a:endParaRPr lang="en-IN" sz="2000" dirty="0"/>
            </a:p>
          </p:txBody>
        </p:sp>
        <p:grpSp>
          <p:nvGrpSpPr>
            <p:cNvPr id="52" name="Group 51">
              <a:extLst>
                <a:ext uri="{FF2B5EF4-FFF2-40B4-BE49-F238E27FC236}">
                  <a16:creationId xmlns:a16="http://schemas.microsoft.com/office/drawing/2014/main" id="{41BB6DD9-8E7D-B905-62DD-7BC2714C3386}"/>
                </a:ext>
              </a:extLst>
            </p:cNvPr>
            <p:cNvGrpSpPr/>
            <p:nvPr/>
          </p:nvGrpSpPr>
          <p:grpSpPr>
            <a:xfrm>
              <a:off x="4420897" y="1346344"/>
              <a:ext cx="1250969" cy="1380187"/>
              <a:chOff x="4439923" y="1326981"/>
              <a:chExt cx="1250969" cy="1380187"/>
            </a:xfrm>
          </p:grpSpPr>
          <p:pic>
            <p:nvPicPr>
              <p:cNvPr id="34" name="Picture 33">
                <a:extLst>
                  <a:ext uri="{FF2B5EF4-FFF2-40B4-BE49-F238E27FC236}">
                    <a16:creationId xmlns:a16="http://schemas.microsoft.com/office/drawing/2014/main" id="{5987C66F-35B7-2894-337E-24F0CBF962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39923" y="1508291"/>
                <a:ext cx="1198877" cy="1198877"/>
              </a:xfrm>
              <a:prstGeom prst="rect">
                <a:avLst/>
              </a:prstGeom>
            </p:spPr>
          </p:pic>
          <p:sp>
            <p:nvSpPr>
              <p:cNvPr id="49" name="TextBox 48">
                <a:extLst>
                  <a:ext uri="{FF2B5EF4-FFF2-40B4-BE49-F238E27FC236}">
                    <a16:creationId xmlns:a16="http://schemas.microsoft.com/office/drawing/2014/main" id="{BE18C2C8-C584-4EA5-7B2E-7FAB62A1F943}"/>
                  </a:ext>
                </a:extLst>
              </p:cNvPr>
              <p:cNvSpPr txBox="1"/>
              <p:nvPr/>
            </p:nvSpPr>
            <p:spPr>
              <a:xfrm>
                <a:off x="4492015" y="1326981"/>
                <a:ext cx="1198877" cy="400110"/>
              </a:xfrm>
              <a:prstGeom prst="rect">
                <a:avLst/>
              </a:prstGeom>
              <a:noFill/>
            </p:spPr>
            <p:txBody>
              <a:bodyPr wrap="square" rtlCol="0">
                <a:spAutoFit/>
              </a:bodyPr>
              <a:lstStyle/>
              <a:p>
                <a:r>
                  <a:rPr lang="en-US" sz="2000" dirty="0"/>
                  <a:t>MS Word</a:t>
                </a:r>
                <a:endParaRPr lang="en-IN" sz="2000" dirty="0"/>
              </a:p>
            </p:txBody>
          </p:sp>
        </p:grpSp>
      </p:grpSp>
      <p:grpSp>
        <p:nvGrpSpPr>
          <p:cNvPr id="60" name="Group 59">
            <a:extLst>
              <a:ext uri="{FF2B5EF4-FFF2-40B4-BE49-F238E27FC236}">
                <a16:creationId xmlns:a16="http://schemas.microsoft.com/office/drawing/2014/main" id="{2538E47D-82A6-375D-091E-3519DC0F10CB}"/>
              </a:ext>
            </a:extLst>
          </p:cNvPr>
          <p:cNvGrpSpPr/>
          <p:nvPr/>
        </p:nvGrpSpPr>
        <p:grpSpPr>
          <a:xfrm>
            <a:off x="7650672" y="842630"/>
            <a:ext cx="2058715" cy="1776375"/>
            <a:chOff x="6141698" y="927182"/>
            <a:chExt cx="2058715" cy="1776375"/>
          </a:xfrm>
        </p:grpSpPr>
        <p:sp>
          <p:nvSpPr>
            <p:cNvPr id="16" name="TextBox 15">
              <a:extLst>
                <a:ext uri="{FF2B5EF4-FFF2-40B4-BE49-F238E27FC236}">
                  <a16:creationId xmlns:a16="http://schemas.microsoft.com/office/drawing/2014/main" id="{0DFE4BA7-EE45-2DFA-E65B-EEE9A64DDC00}"/>
                </a:ext>
              </a:extLst>
            </p:cNvPr>
            <p:cNvSpPr txBox="1"/>
            <p:nvPr/>
          </p:nvSpPr>
          <p:spPr>
            <a:xfrm>
              <a:off x="6219213" y="927182"/>
              <a:ext cx="1981200" cy="400110"/>
            </a:xfrm>
            <a:prstGeom prst="rect">
              <a:avLst/>
            </a:prstGeom>
            <a:noFill/>
          </p:spPr>
          <p:txBody>
            <a:bodyPr wrap="square">
              <a:spAutoFit/>
            </a:bodyPr>
            <a:lstStyle/>
            <a:p>
              <a:r>
                <a:rPr lang="en-US" sz="2000" b="1" dirty="0">
                  <a:effectLst/>
                  <a:latin typeface="Calibri" panose="020F0502020204030204" pitchFamily="34" charset="0"/>
                  <a:ea typeface="Calibri" panose="020F0502020204030204" pitchFamily="34" charset="0"/>
                  <a:cs typeface="Mangal" panose="02040503050203030202" pitchFamily="18" charset="0"/>
                </a:rPr>
                <a:t>Presentation : </a:t>
              </a:r>
              <a:endParaRPr lang="en-IN" sz="2000" dirty="0"/>
            </a:p>
          </p:txBody>
        </p:sp>
        <p:grpSp>
          <p:nvGrpSpPr>
            <p:cNvPr id="53" name="Group 52">
              <a:extLst>
                <a:ext uri="{FF2B5EF4-FFF2-40B4-BE49-F238E27FC236}">
                  <a16:creationId xmlns:a16="http://schemas.microsoft.com/office/drawing/2014/main" id="{CF182982-934D-01E8-E84B-20881B69C846}"/>
                </a:ext>
              </a:extLst>
            </p:cNvPr>
            <p:cNvGrpSpPr/>
            <p:nvPr/>
          </p:nvGrpSpPr>
          <p:grpSpPr>
            <a:xfrm>
              <a:off x="6141698" y="1392020"/>
              <a:ext cx="1780635" cy="1311537"/>
              <a:chOff x="9278765" y="2399333"/>
              <a:chExt cx="1780635" cy="1311537"/>
            </a:xfrm>
          </p:grpSpPr>
          <p:pic>
            <p:nvPicPr>
              <p:cNvPr id="36" name="Picture 35">
                <a:extLst>
                  <a:ext uri="{FF2B5EF4-FFF2-40B4-BE49-F238E27FC236}">
                    <a16:creationId xmlns:a16="http://schemas.microsoft.com/office/drawing/2014/main" id="{AB9286E3-8DB4-63F1-E7A4-CBEFB63794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00626" y="2572455"/>
                <a:ext cx="1138415" cy="1138415"/>
              </a:xfrm>
              <a:prstGeom prst="rect">
                <a:avLst/>
              </a:prstGeom>
            </p:spPr>
          </p:pic>
          <p:sp>
            <p:nvSpPr>
              <p:cNvPr id="50" name="TextBox 49">
                <a:extLst>
                  <a:ext uri="{FF2B5EF4-FFF2-40B4-BE49-F238E27FC236}">
                    <a16:creationId xmlns:a16="http://schemas.microsoft.com/office/drawing/2014/main" id="{D327E8E2-BC3B-C472-ABBF-6604ED3D467A}"/>
                  </a:ext>
                </a:extLst>
              </p:cNvPr>
              <p:cNvSpPr txBox="1"/>
              <p:nvPr/>
            </p:nvSpPr>
            <p:spPr>
              <a:xfrm>
                <a:off x="9278765" y="2399333"/>
                <a:ext cx="1780635" cy="400110"/>
              </a:xfrm>
              <a:prstGeom prst="rect">
                <a:avLst/>
              </a:prstGeom>
              <a:noFill/>
            </p:spPr>
            <p:txBody>
              <a:bodyPr wrap="square" rtlCol="0">
                <a:spAutoFit/>
              </a:bodyPr>
              <a:lstStyle/>
              <a:p>
                <a:r>
                  <a:rPr lang="en-US" sz="2000" dirty="0"/>
                  <a:t>MS PowerPoint</a:t>
                </a:r>
                <a:endParaRPr lang="en-IN" sz="2000" dirty="0"/>
              </a:p>
            </p:txBody>
          </p:sp>
        </p:grpSp>
      </p:grpSp>
      <p:grpSp>
        <p:nvGrpSpPr>
          <p:cNvPr id="61" name="Group 60">
            <a:extLst>
              <a:ext uri="{FF2B5EF4-FFF2-40B4-BE49-F238E27FC236}">
                <a16:creationId xmlns:a16="http://schemas.microsoft.com/office/drawing/2014/main" id="{43B2AE73-FB25-27E4-1356-6B471B54C3B7}"/>
              </a:ext>
            </a:extLst>
          </p:cNvPr>
          <p:cNvGrpSpPr/>
          <p:nvPr/>
        </p:nvGrpSpPr>
        <p:grpSpPr>
          <a:xfrm>
            <a:off x="5164194" y="4445940"/>
            <a:ext cx="2336800" cy="1744983"/>
            <a:chOff x="7724718" y="4225803"/>
            <a:chExt cx="2336800" cy="1744983"/>
          </a:xfrm>
        </p:grpSpPr>
        <p:sp>
          <p:nvSpPr>
            <p:cNvPr id="18" name="TextBox 17">
              <a:extLst>
                <a:ext uri="{FF2B5EF4-FFF2-40B4-BE49-F238E27FC236}">
                  <a16:creationId xmlns:a16="http://schemas.microsoft.com/office/drawing/2014/main" id="{42A562C9-6883-1547-B6BB-C356FCEF1411}"/>
                </a:ext>
              </a:extLst>
            </p:cNvPr>
            <p:cNvSpPr txBox="1"/>
            <p:nvPr/>
          </p:nvSpPr>
          <p:spPr>
            <a:xfrm>
              <a:off x="7724718" y="4225803"/>
              <a:ext cx="2336800" cy="369332"/>
            </a:xfrm>
            <a:prstGeom prst="rect">
              <a:avLst/>
            </a:prstGeom>
            <a:noFill/>
          </p:spPr>
          <p:txBody>
            <a:bodyPr wrap="square">
              <a:spAutoFit/>
            </a:bodyPr>
            <a:lstStyle/>
            <a:p>
              <a:r>
                <a:rPr lang="en-US" sz="1800" b="1" dirty="0">
                  <a:effectLst/>
                  <a:latin typeface="Calibri" panose="020F0502020204030204" pitchFamily="34" charset="0"/>
                  <a:ea typeface="Calibri" panose="020F0502020204030204" pitchFamily="34" charset="0"/>
                  <a:cs typeface="Mangal" panose="02040503050203030202" pitchFamily="18" charset="0"/>
                </a:rPr>
                <a:t>Backend API testing : </a:t>
              </a:r>
              <a:endParaRPr lang="en-IN" sz="1800" dirty="0"/>
            </a:p>
          </p:txBody>
        </p:sp>
        <p:grpSp>
          <p:nvGrpSpPr>
            <p:cNvPr id="54" name="Group 53">
              <a:extLst>
                <a:ext uri="{FF2B5EF4-FFF2-40B4-BE49-F238E27FC236}">
                  <a16:creationId xmlns:a16="http://schemas.microsoft.com/office/drawing/2014/main" id="{2D073DA9-A23F-2557-6F98-0CF47B3D180F}"/>
                </a:ext>
              </a:extLst>
            </p:cNvPr>
            <p:cNvGrpSpPr/>
            <p:nvPr/>
          </p:nvGrpSpPr>
          <p:grpSpPr>
            <a:xfrm>
              <a:off x="8303224" y="4637723"/>
              <a:ext cx="1095172" cy="1333063"/>
              <a:chOff x="8303224" y="4637723"/>
              <a:chExt cx="1095172" cy="1333063"/>
            </a:xfrm>
          </p:grpSpPr>
          <p:pic>
            <p:nvPicPr>
              <p:cNvPr id="38" name="Picture 37">
                <a:extLst>
                  <a:ext uri="{FF2B5EF4-FFF2-40B4-BE49-F238E27FC236}">
                    <a16:creationId xmlns:a16="http://schemas.microsoft.com/office/drawing/2014/main" id="{883E1546-3A92-BB06-A053-5BE156B7103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63039" y="4995245"/>
                <a:ext cx="975541" cy="975541"/>
              </a:xfrm>
              <a:prstGeom prst="rect">
                <a:avLst/>
              </a:prstGeom>
            </p:spPr>
          </p:pic>
          <p:sp>
            <p:nvSpPr>
              <p:cNvPr id="51" name="TextBox 50">
                <a:extLst>
                  <a:ext uri="{FF2B5EF4-FFF2-40B4-BE49-F238E27FC236}">
                    <a16:creationId xmlns:a16="http://schemas.microsoft.com/office/drawing/2014/main" id="{755C46EB-69E8-C55B-D7C9-A6926D342158}"/>
                  </a:ext>
                </a:extLst>
              </p:cNvPr>
              <p:cNvSpPr txBox="1"/>
              <p:nvPr/>
            </p:nvSpPr>
            <p:spPr>
              <a:xfrm>
                <a:off x="8303224" y="4637723"/>
                <a:ext cx="1095172" cy="400110"/>
              </a:xfrm>
              <a:prstGeom prst="rect">
                <a:avLst/>
              </a:prstGeom>
              <a:noFill/>
            </p:spPr>
            <p:txBody>
              <a:bodyPr wrap="none" rtlCol="0">
                <a:spAutoFit/>
              </a:bodyPr>
              <a:lstStyle/>
              <a:p>
                <a:r>
                  <a:rPr lang="en-US" sz="2000" dirty="0"/>
                  <a:t>Postman</a:t>
                </a:r>
                <a:endParaRPr lang="en-IN" sz="2000" dirty="0"/>
              </a:p>
            </p:txBody>
          </p:sp>
        </p:grpSp>
      </p:grpSp>
      <p:grpSp>
        <p:nvGrpSpPr>
          <p:cNvPr id="67" name="Group 66">
            <a:extLst>
              <a:ext uri="{FF2B5EF4-FFF2-40B4-BE49-F238E27FC236}">
                <a16:creationId xmlns:a16="http://schemas.microsoft.com/office/drawing/2014/main" id="{2BAC2ABE-F58E-D7FA-37C3-0B904DC63179}"/>
              </a:ext>
            </a:extLst>
          </p:cNvPr>
          <p:cNvGrpSpPr/>
          <p:nvPr/>
        </p:nvGrpSpPr>
        <p:grpSpPr>
          <a:xfrm>
            <a:off x="1000813" y="736561"/>
            <a:ext cx="1320802" cy="5395186"/>
            <a:chOff x="1281095" y="795737"/>
            <a:chExt cx="1320802" cy="5395186"/>
          </a:xfrm>
        </p:grpSpPr>
        <p:grpSp>
          <p:nvGrpSpPr>
            <p:cNvPr id="56" name="Group 55">
              <a:extLst>
                <a:ext uri="{FF2B5EF4-FFF2-40B4-BE49-F238E27FC236}">
                  <a16:creationId xmlns:a16="http://schemas.microsoft.com/office/drawing/2014/main" id="{100870D1-20BC-FD48-9689-37231AC56417}"/>
                </a:ext>
              </a:extLst>
            </p:cNvPr>
            <p:cNvGrpSpPr/>
            <p:nvPr/>
          </p:nvGrpSpPr>
          <p:grpSpPr>
            <a:xfrm>
              <a:off x="1281095" y="795737"/>
              <a:ext cx="1320802" cy="3623158"/>
              <a:chOff x="284478" y="887214"/>
              <a:chExt cx="1320802" cy="3623158"/>
            </a:xfrm>
          </p:grpSpPr>
          <p:sp>
            <p:nvSpPr>
              <p:cNvPr id="6" name="TextBox 5">
                <a:extLst>
                  <a:ext uri="{FF2B5EF4-FFF2-40B4-BE49-F238E27FC236}">
                    <a16:creationId xmlns:a16="http://schemas.microsoft.com/office/drawing/2014/main" id="{4BD1EBF1-EFD2-C081-C37A-81ADEEE4B82C}"/>
                  </a:ext>
                </a:extLst>
              </p:cNvPr>
              <p:cNvSpPr txBox="1"/>
              <p:nvPr/>
            </p:nvSpPr>
            <p:spPr>
              <a:xfrm>
                <a:off x="284480" y="887214"/>
                <a:ext cx="1320800" cy="400110"/>
              </a:xfrm>
              <a:prstGeom prst="rect">
                <a:avLst/>
              </a:prstGeom>
              <a:noFill/>
            </p:spPr>
            <p:txBody>
              <a:bodyPr wrap="square">
                <a:spAutoFit/>
              </a:bodyPr>
              <a:lstStyle/>
              <a:p>
                <a:r>
                  <a:rPr lang="en-IN" sz="2000" b="1" dirty="0"/>
                  <a:t>Frontend</a:t>
                </a:r>
                <a:r>
                  <a:rPr lang="en-IN" sz="2000" dirty="0"/>
                  <a:t> :</a:t>
                </a:r>
              </a:p>
            </p:txBody>
          </p:sp>
          <p:grpSp>
            <p:nvGrpSpPr>
              <p:cNvPr id="41" name="Group 40">
                <a:extLst>
                  <a:ext uri="{FF2B5EF4-FFF2-40B4-BE49-F238E27FC236}">
                    <a16:creationId xmlns:a16="http://schemas.microsoft.com/office/drawing/2014/main" id="{8FA39A7A-42CC-B5FB-E802-0CB7EEBFB60B}"/>
                  </a:ext>
                </a:extLst>
              </p:cNvPr>
              <p:cNvGrpSpPr/>
              <p:nvPr/>
            </p:nvGrpSpPr>
            <p:grpSpPr>
              <a:xfrm>
                <a:off x="436941" y="1343622"/>
                <a:ext cx="1015873" cy="1359935"/>
                <a:chOff x="424441" y="1452006"/>
                <a:chExt cx="1015873" cy="1359935"/>
              </a:xfrm>
            </p:grpSpPr>
            <p:pic>
              <p:nvPicPr>
                <p:cNvPr id="20" name="Picture 19">
                  <a:extLst>
                    <a:ext uri="{FF2B5EF4-FFF2-40B4-BE49-F238E27FC236}">
                      <a16:creationId xmlns:a16="http://schemas.microsoft.com/office/drawing/2014/main" id="{D81D9FF9-21FF-3641-5234-70784B68269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4441" y="1796068"/>
                  <a:ext cx="1015873" cy="1015873"/>
                </a:xfrm>
                <a:prstGeom prst="rect">
                  <a:avLst/>
                </a:prstGeom>
              </p:spPr>
            </p:pic>
            <p:sp>
              <p:nvSpPr>
                <p:cNvPr id="39" name="TextBox 38">
                  <a:extLst>
                    <a:ext uri="{FF2B5EF4-FFF2-40B4-BE49-F238E27FC236}">
                      <a16:creationId xmlns:a16="http://schemas.microsoft.com/office/drawing/2014/main" id="{B63DAAEE-0586-F608-FBCC-59C231C83C31}"/>
                    </a:ext>
                  </a:extLst>
                </p:cNvPr>
                <p:cNvSpPr txBox="1"/>
                <p:nvPr/>
              </p:nvSpPr>
              <p:spPr>
                <a:xfrm>
                  <a:off x="435928" y="1452006"/>
                  <a:ext cx="992901" cy="400110"/>
                </a:xfrm>
                <a:prstGeom prst="rect">
                  <a:avLst/>
                </a:prstGeom>
                <a:noFill/>
              </p:spPr>
              <p:txBody>
                <a:bodyPr wrap="none" rtlCol="0">
                  <a:spAutoFit/>
                </a:bodyPr>
                <a:lstStyle/>
                <a:p>
                  <a:r>
                    <a:rPr lang="en-US" sz="2000" dirty="0"/>
                    <a:t>React.js</a:t>
                  </a:r>
                  <a:endParaRPr lang="en-IN" sz="2000" dirty="0"/>
                </a:p>
              </p:txBody>
            </p:sp>
          </p:grpSp>
          <p:grpSp>
            <p:nvGrpSpPr>
              <p:cNvPr id="42" name="Group 41">
                <a:extLst>
                  <a:ext uri="{FF2B5EF4-FFF2-40B4-BE49-F238E27FC236}">
                    <a16:creationId xmlns:a16="http://schemas.microsoft.com/office/drawing/2014/main" id="{AFDBB248-49F7-A754-0AE9-D315819B83CE}"/>
                  </a:ext>
                </a:extLst>
              </p:cNvPr>
              <p:cNvGrpSpPr/>
              <p:nvPr/>
            </p:nvGrpSpPr>
            <p:grpSpPr>
              <a:xfrm>
                <a:off x="284478" y="2962374"/>
                <a:ext cx="1320800" cy="1547998"/>
                <a:chOff x="284478" y="3032671"/>
                <a:chExt cx="1320800" cy="1547998"/>
              </a:xfrm>
            </p:grpSpPr>
            <p:pic>
              <p:nvPicPr>
                <p:cNvPr id="22" name="Picture 21">
                  <a:extLst>
                    <a:ext uri="{FF2B5EF4-FFF2-40B4-BE49-F238E27FC236}">
                      <a16:creationId xmlns:a16="http://schemas.microsoft.com/office/drawing/2014/main" id="{12656C8D-B7AE-027F-736C-51C06FD4FA1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84478" y="3259869"/>
                  <a:ext cx="1320800" cy="1320800"/>
                </a:xfrm>
                <a:prstGeom prst="rect">
                  <a:avLst/>
                </a:prstGeom>
              </p:spPr>
            </p:pic>
            <p:sp>
              <p:nvSpPr>
                <p:cNvPr id="40" name="TextBox 39">
                  <a:extLst>
                    <a:ext uri="{FF2B5EF4-FFF2-40B4-BE49-F238E27FC236}">
                      <a16:creationId xmlns:a16="http://schemas.microsoft.com/office/drawing/2014/main" id="{471DD36E-C9A1-DEDE-1186-BCE65B24C3B4}"/>
                    </a:ext>
                  </a:extLst>
                </p:cNvPr>
                <p:cNvSpPr txBox="1"/>
                <p:nvPr/>
              </p:nvSpPr>
              <p:spPr>
                <a:xfrm>
                  <a:off x="614020" y="3032671"/>
                  <a:ext cx="688009" cy="400110"/>
                </a:xfrm>
                <a:prstGeom prst="rect">
                  <a:avLst/>
                </a:prstGeom>
                <a:noFill/>
              </p:spPr>
              <p:txBody>
                <a:bodyPr wrap="none" rtlCol="0">
                  <a:spAutoFit/>
                </a:bodyPr>
                <a:lstStyle/>
                <a:p>
                  <a:r>
                    <a:rPr lang="en-US" sz="2000" dirty="0"/>
                    <a:t>CSS3</a:t>
                  </a:r>
                  <a:endParaRPr lang="en-IN" sz="2000" dirty="0"/>
                </a:p>
              </p:txBody>
            </p:sp>
          </p:grpSp>
        </p:grpSp>
        <p:grpSp>
          <p:nvGrpSpPr>
            <p:cNvPr id="66" name="Group 65">
              <a:extLst>
                <a:ext uri="{FF2B5EF4-FFF2-40B4-BE49-F238E27FC236}">
                  <a16:creationId xmlns:a16="http://schemas.microsoft.com/office/drawing/2014/main" id="{F7CE8AF0-2650-0343-16FF-E3E915BA9703}"/>
                </a:ext>
              </a:extLst>
            </p:cNvPr>
            <p:cNvGrpSpPr/>
            <p:nvPr/>
          </p:nvGrpSpPr>
          <p:grpSpPr>
            <a:xfrm>
              <a:off x="1433560" y="4802060"/>
              <a:ext cx="1004386" cy="1388863"/>
              <a:chOff x="1445045" y="4861683"/>
              <a:chExt cx="1004386" cy="1388863"/>
            </a:xfrm>
          </p:grpSpPr>
          <p:pic>
            <p:nvPicPr>
              <p:cNvPr id="64" name="Picture 63">
                <a:extLst>
                  <a:ext uri="{FF2B5EF4-FFF2-40B4-BE49-F238E27FC236}">
                    <a16:creationId xmlns:a16="http://schemas.microsoft.com/office/drawing/2014/main" id="{77BF4E41-E9E3-4617-A441-699C498822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45045" y="5246160"/>
                <a:ext cx="1004386" cy="1004386"/>
              </a:xfrm>
              <a:prstGeom prst="rect">
                <a:avLst/>
              </a:prstGeom>
            </p:spPr>
          </p:pic>
          <p:sp>
            <p:nvSpPr>
              <p:cNvPr id="65" name="TextBox 64">
                <a:extLst>
                  <a:ext uri="{FF2B5EF4-FFF2-40B4-BE49-F238E27FC236}">
                    <a16:creationId xmlns:a16="http://schemas.microsoft.com/office/drawing/2014/main" id="{188F1FF5-A826-C061-CE13-43572DC19551}"/>
                  </a:ext>
                </a:extLst>
              </p:cNvPr>
              <p:cNvSpPr txBox="1"/>
              <p:nvPr/>
            </p:nvSpPr>
            <p:spPr>
              <a:xfrm>
                <a:off x="1655350" y="4861683"/>
                <a:ext cx="601896" cy="400110"/>
              </a:xfrm>
              <a:prstGeom prst="rect">
                <a:avLst/>
              </a:prstGeom>
              <a:noFill/>
            </p:spPr>
            <p:txBody>
              <a:bodyPr wrap="none" rtlCol="0">
                <a:spAutoFit/>
              </a:bodyPr>
              <a:lstStyle/>
              <a:p>
                <a:r>
                  <a:rPr lang="en-US" sz="2000" dirty="0"/>
                  <a:t>Vite</a:t>
                </a:r>
                <a:endParaRPr lang="en-IN" sz="2000" dirty="0"/>
              </a:p>
            </p:txBody>
          </p:sp>
        </p:grpSp>
      </p:grpSp>
    </p:spTree>
    <p:extLst>
      <p:ext uri="{BB962C8B-B14F-4D97-AF65-F5344CB8AC3E}">
        <p14:creationId xmlns:p14="http://schemas.microsoft.com/office/powerpoint/2010/main" val="423647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F8646A-09EB-B628-BDD0-F9DB74DA1BBE}"/>
              </a:ext>
            </a:extLst>
          </p:cNvPr>
          <p:cNvSpPr txBox="1"/>
          <p:nvPr/>
        </p:nvSpPr>
        <p:spPr>
          <a:xfrm>
            <a:off x="5033499" y="80095"/>
            <a:ext cx="2140714" cy="523220"/>
          </a:xfrm>
          <a:prstGeom prst="rect">
            <a:avLst/>
          </a:prstGeom>
          <a:noFill/>
        </p:spPr>
        <p:txBody>
          <a:bodyPr wrap="none" rtlCol="0">
            <a:spAutoFit/>
          </a:bodyPr>
          <a:lstStyle/>
          <a:p>
            <a:r>
              <a:rPr lang="en-US" sz="2800" b="1" u="sng" dirty="0"/>
              <a:t>Landing Page</a:t>
            </a:r>
            <a:endParaRPr lang="en-IN" sz="2800" b="1" u="sng" dirty="0"/>
          </a:p>
        </p:txBody>
      </p:sp>
      <p:pic>
        <p:nvPicPr>
          <p:cNvPr id="6" name="Picture 5">
            <a:extLst>
              <a:ext uri="{FF2B5EF4-FFF2-40B4-BE49-F238E27FC236}">
                <a16:creationId xmlns:a16="http://schemas.microsoft.com/office/drawing/2014/main" id="{C0F06D56-EAFD-A931-B69A-7BDD97ADE987}"/>
              </a:ext>
            </a:extLst>
          </p:cNvPr>
          <p:cNvPicPr>
            <a:picLocks noChangeAspect="1"/>
          </p:cNvPicPr>
          <p:nvPr/>
        </p:nvPicPr>
        <p:blipFill>
          <a:blip r:embed="rId2"/>
          <a:stretch>
            <a:fillRect/>
          </a:stretch>
        </p:blipFill>
        <p:spPr>
          <a:xfrm>
            <a:off x="282804" y="603315"/>
            <a:ext cx="11642104" cy="5685725"/>
          </a:xfrm>
          <a:prstGeom prst="rect">
            <a:avLst/>
          </a:prstGeom>
        </p:spPr>
      </p:pic>
    </p:spTree>
    <p:extLst>
      <p:ext uri="{BB962C8B-B14F-4D97-AF65-F5344CB8AC3E}">
        <p14:creationId xmlns:p14="http://schemas.microsoft.com/office/powerpoint/2010/main" val="1657292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0B7643E-D55D-1C48-FA35-2C9BEBBC91D5}"/>
              </a:ext>
            </a:extLst>
          </p:cNvPr>
          <p:cNvSpPr txBox="1"/>
          <p:nvPr/>
        </p:nvSpPr>
        <p:spPr>
          <a:xfrm>
            <a:off x="5180029" y="45739"/>
            <a:ext cx="183194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Login Page</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AC663CA2-C34B-8083-49AC-EDED2870F25A}"/>
              </a:ext>
            </a:extLst>
          </p:cNvPr>
          <p:cNvPicPr>
            <a:picLocks noChangeAspect="1"/>
          </p:cNvPicPr>
          <p:nvPr/>
        </p:nvPicPr>
        <p:blipFill>
          <a:blip r:embed="rId2"/>
          <a:stretch>
            <a:fillRect/>
          </a:stretch>
        </p:blipFill>
        <p:spPr>
          <a:xfrm>
            <a:off x="304800" y="568959"/>
            <a:ext cx="11521440" cy="5811521"/>
          </a:xfrm>
          <a:prstGeom prst="rect">
            <a:avLst/>
          </a:prstGeom>
        </p:spPr>
      </p:pic>
    </p:spTree>
    <p:extLst>
      <p:ext uri="{BB962C8B-B14F-4D97-AF65-F5344CB8AC3E}">
        <p14:creationId xmlns:p14="http://schemas.microsoft.com/office/powerpoint/2010/main" val="1168163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8A191D-C4C5-EAE4-3E05-1176A6A829D8}"/>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408D872F-F97C-56E6-3A39-861FBC9BCDE8}"/>
              </a:ext>
            </a:extLst>
          </p:cNvPr>
          <p:cNvPicPr>
            <a:picLocks noChangeAspect="1"/>
          </p:cNvPicPr>
          <p:nvPr/>
        </p:nvPicPr>
        <p:blipFill>
          <a:blip r:embed="rId2"/>
          <a:stretch>
            <a:fillRect/>
          </a:stretch>
        </p:blipFill>
        <p:spPr>
          <a:xfrm>
            <a:off x="345440" y="612131"/>
            <a:ext cx="11572240" cy="5676910"/>
          </a:xfrm>
          <a:prstGeom prst="rect">
            <a:avLst/>
          </a:prstGeom>
        </p:spPr>
      </p:pic>
    </p:spTree>
    <p:extLst>
      <p:ext uri="{BB962C8B-B14F-4D97-AF65-F5344CB8AC3E}">
        <p14:creationId xmlns:p14="http://schemas.microsoft.com/office/powerpoint/2010/main" val="3650789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4FCB1-713A-4A26-584F-5BB561D4452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F2AA44-C965-2A8F-AE18-7978FFB68322}"/>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3147181-08E7-D3C7-EE23-DDDE12FC4003}"/>
              </a:ext>
            </a:extLst>
          </p:cNvPr>
          <p:cNvPicPr>
            <a:picLocks noChangeAspect="1"/>
          </p:cNvPicPr>
          <p:nvPr/>
        </p:nvPicPr>
        <p:blipFill>
          <a:blip r:embed="rId2"/>
          <a:stretch>
            <a:fillRect/>
          </a:stretch>
        </p:blipFill>
        <p:spPr>
          <a:xfrm>
            <a:off x="355600" y="612129"/>
            <a:ext cx="11531600" cy="5717551"/>
          </a:xfrm>
          <a:prstGeom prst="rect">
            <a:avLst/>
          </a:prstGeom>
        </p:spPr>
      </p:pic>
    </p:spTree>
    <p:extLst>
      <p:ext uri="{BB962C8B-B14F-4D97-AF65-F5344CB8AC3E}">
        <p14:creationId xmlns:p14="http://schemas.microsoft.com/office/powerpoint/2010/main" val="2460636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BC673-F8AC-7F59-8649-C3CA5B44D5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AB66D2-B4C3-68FA-7E66-0B2670E5625F}"/>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6CA4EBD-D663-26AA-6E7E-9F065F3624F3}"/>
              </a:ext>
            </a:extLst>
          </p:cNvPr>
          <p:cNvPicPr>
            <a:picLocks noChangeAspect="1"/>
          </p:cNvPicPr>
          <p:nvPr/>
        </p:nvPicPr>
        <p:blipFill>
          <a:blip r:embed="rId2"/>
          <a:stretch>
            <a:fillRect/>
          </a:stretch>
        </p:blipFill>
        <p:spPr>
          <a:xfrm>
            <a:off x="335280" y="612129"/>
            <a:ext cx="11541760" cy="5697231"/>
          </a:xfrm>
          <a:prstGeom prst="rect">
            <a:avLst/>
          </a:prstGeom>
        </p:spPr>
      </p:pic>
    </p:spTree>
    <p:extLst>
      <p:ext uri="{BB962C8B-B14F-4D97-AF65-F5344CB8AC3E}">
        <p14:creationId xmlns:p14="http://schemas.microsoft.com/office/powerpoint/2010/main" val="842375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814EC-C8D3-91DE-BFE6-DD26BC1D6FC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4B0F2E5-83CE-5FA5-F553-189B664EAF99}"/>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74D14BB-2006-B88D-AAF6-5E5F8231F4A1}"/>
              </a:ext>
            </a:extLst>
          </p:cNvPr>
          <p:cNvPicPr>
            <a:picLocks noChangeAspect="1"/>
          </p:cNvPicPr>
          <p:nvPr/>
        </p:nvPicPr>
        <p:blipFill>
          <a:blip r:embed="rId2"/>
          <a:stretch>
            <a:fillRect/>
          </a:stretch>
        </p:blipFill>
        <p:spPr>
          <a:xfrm>
            <a:off x="314960" y="487679"/>
            <a:ext cx="11623040" cy="5821681"/>
          </a:xfrm>
          <a:prstGeom prst="rect">
            <a:avLst/>
          </a:prstGeom>
        </p:spPr>
      </p:pic>
    </p:spTree>
    <p:extLst>
      <p:ext uri="{BB962C8B-B14F-4D97-AF65-F5344CB8AC3E}">
        <p14:creationId xmlns:p14="http://schemas.microsoft.com/office/powerpoint/2010/main" val="216214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8B201-EFFE-FF54-9D73-6A874853D81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BA82D75-7B88-0DCF-D619-1D5F0C3DAE9F}"/>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E0D43F5-635C-80C5-5AF3-F68A84FE2AC0}"/>
              </a:ext>
            </a:extLst>
          </p:cNvPr>
          <p:cNvPicPr>
            <a:picLocks noChangeAspect="1"/>
          </p:cNvPicPr>
          <p:nvPr/>
        </p:nvPicPr>
        <p:blipFill>
          <a:blip r:embed="rId2"/>
          <a:stretch>
            <a:fillRect/>
          </a:stretch>
        </p:blipFill>
        <p:spPr>
          <a:xfrm>
            <a:off x="314960" y="518160"/>
            <a:ext cx="11582400" cy="5821680"/>
          </a:xfrm>
          <a:prstGeom prst="rect">
            <a:avLst/>
          </a:prstGeom>
        </p:spPr>
      </p:pic>
    </p:spTree>
    <p:extLst>
      <p:ext uri="{BB962C8B-B14F-4D97-AF65-F5344CB8AC3E}">
        <p14:creationId xmlns:p14="http://schemas.microsoft.com/office/powerpoint/2010/main" val="3797033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4CBDC-B2DD-7740-3935-09A5FE88717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6119C6-BDB0-0DEC-E2B1-C2BA5C9FD48F}"/>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842B069-4D6D-C4CB-D464-8EF3B8C751B5}"/>
              </a:ext>
            </a:extLst>
          </p:cNvPr>
          <p:cNvPicPr>
            <a:picLocks noChangeAspect="1"/>
          </p:cNvPicPr>
          <p:nvPr/>
        </p:nvPicPr>
        <p:blipFill>
          <a:blip r:embed="rId2"/>
          <a:stretch>
            <a:fillRect/>
          </a:stretch>
        </p:blipFill>
        <p:spPr>
          <a:xfrm>
            <a:off x="314960" y="518161"/>
            <a:ext cx="11572240" cy="5750560"/>
          </a:xfrm>
          <a:prstGeom prst="rect">
            <a:avLst/>
          </a:prstGeom>
        </p:spPr>
      </p:pic>
    </p:spTree>
    <p:extLst>
      <p:ext uri="{BB962C8B-B14F-4D97-AF65-F5344CB8AC3E}">
        <p14:creationId xmlns:p14="http://schemas.microsoft.com/office/powerpoint/2010/main" val="24225828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201B-6BC3-1BE1-457B-5AFB84A42B4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E7DD7F-E3D4-5E90-ED02-B76479977C1A}"/>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6676552-F5A5-DB5E-32E0-D26C532421E9}"/>
              </a:ext>
            </a:extLst>
          </p:cNvPr>
          <p:cNvPicPr>
            <a:picLocks noChangeAspect="1"/>
          </p:cNvPicPr>
          <p:nvPr/>
        </p:nvPicPr>
        <p:blipFill>
          <a:blip r:embed="rId2"/>
          <a:stretch>
            <a:fillRect/>
          </a:stretch>
        </p:blipFill>
        <p:spPr>
          <a:xfrm>
            <a:off x="345440" y="612130"/>
            <a:ext cx="11490960" cy="5687070"/>
          </a:xfrm>
          <a:prstGeom prst="rect">
            <a:avLst/>
          </a:prstGeom>
        </p:spPr>
      </p:pic>
    </p:spTree>
    <p:extLst>
      <p:ext uri="{BB962C8B-B14F-4D97-AF65-F5344CB8AC3E}">
        <p14:creationId xmlns:p14="http://schemas.microsoft.com/office/powerpoint/2010/main" val="3051180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ACD3D-AAE5-181B-CE02-D7432639280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CFE067-7247-81DF-E0C6-B2FB19DDCBB1}"/>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39D7DDD-68DD-0D16-AB67-FAC4E76956B9}"/>
              </a:ext>
            </a:extLst>
          </p:cNvPr>
          <p:cNvPicPr>
            <a:picLocks noChangeAspect="1"/>
          </p:cNvPicPr>
          <p:nvPr/>
        </p:nvPicPr>
        <p:blipFill>
          <a:blip r:embed="rId2"/>
          <a:stretch>
            <a:fillRect/>
          </a:stretch>
        </p:blipFill>
        <p:spPr>
          <a:xfrm>
            <a:off x="345440" y="612130"/>
            <a:ext cx="11501120" cy="5727710"/>
          </a:xfrm>
          <a:prstGeom prst="rect">
            <a:avLst/>
          </a:prstGeom>
        </p:spPr>
      </p:pic>
    </p:spTree>
    <p:extLst>
      <p:ext uri="{BB962C8B-B14F-4D97-AF65-F5344CB8AC3E}">
        <p14:creationId xmlns:p14="http://schemas.microsoft.com/office/powerpoint/2010/main" val="3358843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E19EA-4361-4E84-8562-5204AE747A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C15F87-148E-40A8-C762-9582551E994F}"/>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AEFE8CE-0712-AA64-01D6-7C55970DAA42}"/>
              </a:ext>
            </a:extLst>
          </p:cNvPr>
          <p:cNvPicPr>
            <a:picLocks noChangeAspect="1"/>
          </p:cNvPicPr>
          <p:nvPr/>
        </p:nvPicPr>
        <p:blipFill>
          <a:blip r:embed="rId2"/>
          <a:stretch>
            <a:fillRect/>
          </a:stretch>
        </p:blipFill>
        <p:spPr>
          <a:xfrm>
            <a:off x="375920" y="612130"/>
            <a:ext cx="11480800" cy="5717550"/>
          </a:xfrm>
          <a:prstGeom prst="rect">
            <a:avLst/>
          </a:prstGeom>
        </p:spPr>
      </p:pic>
    </p:spTree>
    <p:extLst>
      <p:ext uri="{BB962C8B-B14F-4D97-AF65-F5344CB8AC3E}">
        <p14:creationId xmlns:p14="http://schemas.microsoft.com/office/powerpoint/2010/main" val="136257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1A9FB-D691-EB4D-3A73-4F30EE21E90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E0B78D-84AF-59EC-DFE2-460B8D6FD111}"/>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2AD15ED-1F76-BD36-09C7-275633C91D0C}"/>
              </a:ext>
            </a:extLst>
          </p:cNvPr>
          <p:cNvPicPr>
            <a:picLocks noChangeAspect="1"/>
          </p:cNvPicPr>
          <p:nvPr/>
        </p:nvPicPr>
        <p:blipFill>
          <a:blip r:embed="rId2"/>
          <a:stretch>
            <a:fillRect/>
          </a:stretch>
        </p:blipFill>
        <p:spPr>
          <a:xfrm>
            <a:off x="375920" y="579121"/>
            <a:ext cx="11470640" cy="5720080"/>
          </a:xfrm>
          <a:prstGeom prst="rect">
            <a:avLst/>
          </a:prstGeom>
        </p:spPr>
      </p:pic>
    </p:spTree>
    <p:extLst>
      <p:ext uri="{BB962C8B-B14F-4D97-AF65-F5344CB8AC3E}">
        <p14:creationId xmlns:p14="http://schemas.microsoft.com/office/powerpoint/2010/main" val="4161450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35E76-7803-A45B-FB1D-C644572C0E7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B36A7EF-C217-66BC-89AF-B7559EECFFB7}"/>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305B1253-FD6A-7035-422D-85277B0D71A0}"/>
              </a:ext>
            </a:extLst>
          </p:cNvPr>
          <p:cNvPicPr>
            <a:picLocks noChangeAspect="1"/>
          </p:cNvPicPr>
          <p:nvPr/>
        </p:nvPicPr>
        <p:blipFill>
          <a:blip r:embed="rId2"/>
          <a:stretch>
            <a:fillRect/>
          </a:stretch>
        </p:blipFill>
        <p:spPr>
          <a:xfrm>
            <a:off x="325120" y="612130"/>
            <a:ext cx="11568706" cy="5676910"/>
          </a:xfrm>
          <a:prstGeom prst="rect">
            <a:avLst/>
          </a:prstGeom>
        </p:spPr>
      </p:pic>
    </p:spTree>
    <p:extLst>
      <p:ext uri="{BB962C8B-B14F-4D97-AF65-F5344CB8AC3E}">
        <p14:creationId xmlns:p14="http://schemas.microsoft.com/office/powerpoint/2010/main" val="2028277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733AD-8EFA-1933-71BD-59B784EEFC3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61F921-E722-5FF1-649D-8A7EE4E3D304}"/>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EEB9561-3343-EB18-8857-9656F81CE90D}"/>
              </a:ext>
            </a:extLst>
          </p:cNvPr>
          <p:cNvPicPr>
            <a:picLocks noChangeAspect="1"/>
          </p:cNvPicPr>
          <p:nvPr/>
        </p:nvPicPr>
        <p:blipFill>
          <a:blip r:embed="rId2"/>
          <a:stretch>
            <a:fillRect/>
          </a:stretch>
        </p:blipFill>
        <p:spPr>
          <a:xfrm>
            <a:off x="314960" y="612130"/>
            <a:ext cx="11562080" cy="5872701"/>
          </a:xfrm>
          <a:prstGeom prst="rect">
            <a:avLst/>
          </a:prstGeom>
        </p:spPr>
      </p:pic>
    </p:spTree>
    <p:extLst>
      <p:ext uri="{BB962C8B-B14F-4D97-AF65-F5344CB8AC3E}">
        <p14:creationId xmlns:p14="http://schemas.microsoft.com/office/powerpoint/2010/main" val="1656534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3CD4A-A84E-F0B1-4583-92C80F252E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730E54D-F4CB-1B4F-557F-82DEF40029A9}"/>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4D40B75-CA0B-A54C-82D5-94E33F424539}"/>
              </a:ext>
            </a:extLst>
          </p:cNvPr>
          <p:cNvPicPr>
            <a:picLocks noChangeAspect="1"/>
          </p:cNvPicPr>
          <p:nvPr/>
        </p:nvPicPr>
        <p:blipFill>
          <a:blip r:embed="rId2"/>
          <a:stretch>
            <a:fillRect/>
          </a:stretch>
        </p:blipFill>
        <p:spPr>
          <a:xfrm>
            <a:off x="447039" y="612130"/>
            <a:ext cx="11369041" cy="5676910"/>
          </a:xfrm>
          <a:prstGeom prst="rect">
            <a:avLst/>
          </a:prstGeom>
        </p:spPr>
      </p:pic>
    </p:spTree>
    <p:extLst>
      <p:ext uri="{BB962C8B-B14F-4D97-AF65-F5344CB8AC3E}">
        <p14:creationId xmlns:p14="http://schemas.microsoft.com/office/powerpoint/2010/main" val="542028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82C9-8721-7DFB-CA3A-31DD2C7FF21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A357D54-93A7-0E37-AF24-1E6A5D6414DF}"/>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BB5683DB-8E0E-363A-4ED9-D6BCB046D620}"/>
              </a:ext>
            </a:extLst>
          </p:cNvPr>
          <p:cNvPicPr>
            <a:picLocks noChangeAspect="1"/>
          </p:cNvPicPr>
          <p:nvPr/>
        </p:nvPicPr>
        <p:blipFill>
          <a:blip r:embed="rId2"/>
          <a:stretch>
            <a:fillRect/>
          </a:stretch>
        </p:blipFill>
        <p:spPr>
          <a:xfrm>
            <a:off x="314960" y="612129"/>
            <a:ext cx="11531600" cy="5676911"/>
          </a:xfrm>
          <a:prstGeom prst="rect">
            <a:avLst/>
          </a:prstGeom>
        </p:spPr>
      </p:pic>
    </p:spTree>
    <p:extLst>
      <p:ext uri="{BB962C8B-B14F-4D97-AF65-F5344CB8AC3E}">
        <p14:creationId xmlns:p14="http://schemas.microsoft.com/office/powerpoint/2010/main" val="3596994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FB020-CCCC-2C9F-D725-7FC3DFE4E8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9D4D912-8C0E-E1CD-ADFF-4D7101ECEF10}"/>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EC19D1D-8AEF-D489-2984-41D37EC68812}"/>
              </a:ext>
            </a:extLst>
          </p:cNvPr>
          <p:cNvPicPr>
            <a:picLocks noChangeAspect="1"/>
          </p:cNvPicPr>
          <p:nvPr/>
        </p:nvPicPr>
        <p:blipFill>
          <a:blip r:embed="rId2"/>
          <a:stretch>
            <a:fillRect/>
          </a:stretch>
        </p:blipFill>
        <p:spPr>
          <a:xfrm>
            <a:off x="345440" y="497840"/>
            <a:ext cx="11562080" cy="5811520"/>
          </a:xfrm>
          <a:prstGeom prst="rect">
            <a:avLst/>
          </a:prstGeom>
        </p:spPr>
      </p:pic>
    </p:spTree>
    <p:extLst>
      <p:ext uri="{BB962C8B-B14F-4D97-AF65-F5344CB8AC3E}">
        <p14:creationId xmlns:p14="http://schemas.microsoft.com/office/powerpoint/2010/main" val="3119435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45CD0-3E5C-F86E-38E2-1BD9937D58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566B52-7ACF-9BDF-18A8-5DB97220C3FB}"/>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6FC1957-D2DF-7999-D955-F3B5A6BF7D44}"/>
              </a:ext>
            </a:extLst>
          </p:cNvPr>
          <p:cNvPicPr>
            <a:picLocks noChangeAspect="1"/>
          </p:cNvPicPr>
          <p:nvPr/>
        </p:nvPicPr>
        <p:blipFill>
          <a:blip r:embed="rId2"/>
          <a:stretch>
            <a:fillRect/>
          </a:stretch>
        </p:blipFill>
        <p:spPr>
          <a:xfrm>
            <a:off x="355600" y="612130"/>
            <a:ext cx="11541760" cy="5758190"/>
          </a:xfrm>
          <a:prstGeom prst="rect">
            <a:avLst/>
          </a:prstGeom>
        </p:spPr>
      </p:pic>
    </p:spTree>
    <p:extLst>
      <p:ext uri="{BB962C8B-B14F-4D97-AF65-F5344CB8AC3E}">
        <p14:creationId xmlns:p14="http://schemas.microsoft.com/office/powerpoint/2010/main" val="1129516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4D49F-FF20-43FC-CEE1-AC50D6A5EC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0A70EB-D04B-159D-A2D7-B5B0CCDB7FFB}"/>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Student</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8C522FB-A64E-37C9-4C4A-E44969AA7450}"/>
              </a:ext>
            </a:extLst>
          </p:cNvPr>
          <p:cNvPicPr>
            <a:picLocks noChangeAspect="1"/>
          </p:cNvPicPr>
          <p:nvPr/>
        </p:nvPicPr>
        <p:blipFill>
          <a:blip r:embed="rId2"/>
          <a:stretch>
            <a:fillRect/>
          </a:stretch>
        </p:blipFill>
        <p:spPr>
          <a:xfrm>
            <a:off x="304800" y="577453"/>
            <a:ext cx="11572240" cy="5752227"/>
          </a:xfrm>
          <a:prstGeom prst="rect">
            <a:avLst/>
          </a:prstGeom>
        </p:spPr>
      </p:pic>
    </p:spTree>
    <p:extLst>
      <p:ext uri="{BB962C8B-B14F-4D97-AF65-F5344CB8AC3E}">
        <p14:creationId xmlns:p14="http://schemas.microsoft.com/office/powerpoint/2010/main" val="2114777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520E4-4264-F9A2-6AF9-E9A9DCD0E7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70168BE-E2FC-40B1-D62C-12C627BE4D0E}"/>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9231553-22B1-EA32-BA56-8716B7708C52}"/>
              </a:ext>
            </a:extLst>
          </p:cNvPr>
          <p:cNvPicPr>
            <a:picLocks noChangeAspect="1"/>
          </p:cNvPicPr>
          <p:nvPr/>
        </p:nvPicPr>
        <p:blipFill>
          <a:blip r:embed="rId2"/>
          <a:stretch>
            <a:fillRect/>
          </a:stretch>
        </p:blipFill>
        <p:spPr>
          <a:xfrm>
            <a:off x="325120" y="612130"/>
            <a:ext cx="11490960" cy="5697230"/>
          </a:xfrm>
          <a:prstGeom prst="rect">
            <a:avLst/>
          </a:prstGeom>
        </p:spPr>
      </p:pic>
    </p:spTree>
    <p:extLst>
      <p:ext uri="{BB962C8B-B14F-4D97-AF65-F5344CB8AC3E}">
        <p14:creationId xmlns:p14="http://schemas.microsoft.com/office/powerpoint/2010/main" val="3802554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B4FA5-0A44-8BC0-2A37-F4BCCD9744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0167E7-9DD4-FC82-CB77-F6C10F31AA56}"/>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01D62E4-36A5-1EDC-D296-C9E0E745F563}"/>
              </a:ext>
            </a:extLst>
          </p:cNvPr>
          <p:cNvPicPr>
            <a:picLocks noChangeAspect="1"/>
          </p:cNvPicPr>
          <p:nvPr/>
        </p:nvPicPr>
        <p:blipFill>
          <a:blip r:embed="rId2"/>
          <a:stretch>
            <a:fillRect/>
          </a:stretch>
        </p:blipFill>
        <p:spPr>
          <a:xfrm>
            <a:off x="375920" y="508000"/>
            <a:ext cx="11450320" cy="5892800"/>
          </a:xfrm>
          <a:prstGeom prst="rect">
            <a:avLst/>
          </a:prstGeom>
        </p:spPr>
      </p:pic>
    </p:spTree>
    <p:extLst>
      <p:ext uri="{BB962C8B-B14F-4D97-AF65-F5344CB8AC3E}">
        <p14:creationId xmlns:p14="http://schemas.microsoft.com/office/powerpoint/2010/main" val="298089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564FA-5EAA-86B2-C331-50EA309734F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2CB9809-FA5F-74F7-02E4-18E746F99BF7}"/>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593C968-8629-ED65-DB86-9D08944858E4}"/>
              </a:ext>
            </a:extLst>
          </p:cNvPr>
          <p:cNvPicPr>
            <a:picLocks noChangeAspect="1"/>
          </p:cNvPicPr>
          <p:nvPr/>
        </p:nvPicPr>
        <p:blipFill>
          <a:blip r:embed="rId2"/>
          <a:stretch>
            <a:fillRect/>
          </a:stretch>
        </p:blipFill>
        <p:spPr>
          <a:xfrm>
            <a:off x="314960" y="518161"/>
            <a:ext cx="11572240" cy="5872480"/>
          </a:xfrm>
          <a:prstGeom prst="rect">
            <a:avLst/>
          </a:prstGeom>
        </p:spPr>
      </p:pic>
    </p:spTree>
    <p:extLst>
      <p:ext uri="{BB962C8B-B14F-4D97-AF65-F5344CB8AC3E}">
        <p14:creationId xmlns:p14="http://schemas.microsoft.com/office/powerpoint/2010/main" val="2598835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CE36D-8A7A-6352-C150-7FEEC85802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99A30FC-CF7C-55FD-9600-F67F476FC03B}"/>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5BAA84B8-8E05-57FF-612B-EF5A46DC3CBC}"/>
              </a:ext>
            </a:extLst>
          </p:cNvPr>
          <p:cNvPicPr>
            <a:picLocks noChangeAspect="1"/>
          </p:cNvPicPr>
          <p:nvPr/>
        </p:nvPicPr>
        <p:blipFill>
          <a:blip r:embed="rId2"/>
          <a:stretch>
            <a:fillRect/>
          </a:stretch>
        </p:blipFill>
        <p:spPr>
          <a:xfrm>
            <a:off x="386080" y="518160"/>
            <a:ext cx="11470640" cy="5740400"/>
          </a:xfrm>
          <a:prstGeom prst="rect">
            <a:avLst/>
          </a:prstGeom>
        </p:spPr>
      </p:pic>
    </p:spTree>
    <p:extLst>
      <p:ext uri="{BB962C8B-B14F-4D97-AF65-F5344CB8AC3E}">
        <p14:creationId xmlns:p14="http://schemas.microsoft.com/office/powerpoint/2010/main" val="2390966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D7230-A10B-A5FE-08DB-CDA8941C63F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F869B4-A261-C653-622B-07B38159B517}"/>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5ADF44C6-735F-2B34-F63D-9B078BE44425}"/>
              </a:ext>
            </a:extLst>
          </p:cNvPr>
          <p:cNvPicPr>
            <a:picLocks noChangeAspect="1"/>
          </p:cNvPicPr>
          <p:nvPr/>
        </p:nvPicPr>
        <p:blipFill>
          <a:blip r:embed="rId2"/>
          <a:stretch>
            <a:fillRect/>
          </a:stretch>
        </p:blipFill>
        <p:spPr>
          <a:xfrm>
            <a:off x="314960" y="612130"/>
            <a:ext cx="11562080" cy="5758190"/>
          </a:xfrm>
          <a:prstGeom prst="rect">
            <a:avLst/>
          </a:prstGeom>
        </p:spPr>
      </p:pic>
    </p:spTree>
    <p:extLst>
      <p:ext uri="{BB962C8B-B14F-4D97-AF65-F5344CB8AC3E}">
        <p14:creationId xmlns:p14="http://schemas.microsoft.com/office/powerpoint/2010/main" val="1062878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F59D8-6FD3-EDDC-E58C-6A551B1646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5F030E-13CA-B9FC-8279-E8EA1FCE6EC0}"/>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D1E92E7-A873-3D19-5FBD-A3DC9A1FB9C8}"/>
              </a:ext>
            </a:extLst>
          </p:cNvPr>
          <p:cNvPicPr>
            <a:picLocks noChangeAspect="1"/>
          </p:cNvPicPr>
          <p:nvPr/>
        </p:nvPicPr>
        <p:blipFill>
          <a:blip r:embed="rId2"/>
          <a:stretch>
            <a:fillRect/>
          </a:stretch>
        </p:blipFill>
        <p:spPr>
          <a:xfrm>
            <a:off x="325120" y="612129"/>
            <a:ext cx="11582400" cy="5646431"/>
          </a:xfrm>
          <a:prstGeom prst="rect">
            <a:avLst/>
          </a:prstGeom>
        </p:spPr>
      </p:pic>
    </p:spTree>
    <p:extLst>
      <p:ext uri="{BB962C8B-B14F-4D97-AF65-F5344CB8AC3E}">
        <p14:creationId xmlns:p14="http://schemas.microsoft.com/office/powerpoint/2010/main" val="3277349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8FDC-2D8C-4F73-0036-D2F98E0DC3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2FE87C-B5BB-7738-58BE-A39EDFCE58D2}"/>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412B5ED-EB7F-64CE-80DC-9C04255C08DA}"/>
              </a:ext>
            </a:extLst>
          </p:cNvPr>
          <p:cNvPicPr>
            <a:picLocks noChangeAspect="1"/>
          </p:cNvPicPr>
          <p:nvPr/>
        </p:nvPicPr>
        <p:blipFill>
          <a:blip r:embed="rId2"/>
          <a:stretch>
            <a:fillRect/>
          </a:stretch>
        </p:blipFill>
        <p:spPr>
          <a:xfrm>
            <a:off x="284480" y="612130"/>
            <a:ext cx="11551920" cy="5717550"/>
          </a:xfrm>
          <a:prstGeom prst="rect">
            <a:avLst/>
          </a:prstGeom>
        </p:spPr>
      </p:pic>
    </p:spTree>
    <p:extLst>
      <p:ext uri="{BB962C8B-B14F-4D97-AF65-F5344CB8AC3E}">
        <p14:creationId xmlns:p14="http://schemas.microsoft.com/office/powerpoint/2010/main" val="2776117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D573-6DD4-3FA6-91AD-A4EAF77BBCD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AEB9363-93E9-9E13-9E93-C8F26A59404E}"/>
              </a:ext>
            </a:extLst>
          </p:cNvPr>
          <p:cNvSpPr txBox="1"/>
          <p:nvPr/>
        </p:nvSpPr>
        <p:spPr>
          <a:xfrm>
            <a:off x="494284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6333164-4C98-03DE-2AC5-22242B0EE434}"/>
              </a:ext>
            </a:extLst>
          </p:cNvPr>
          <p:cNvPicPr>
            <a:picLocks noChangeAspect="1"/>
          </p:cNvPicPr>
          <p:nvPr/>
        </p:nvPicPr>
        <p:blipFill>
          <a:blip r:embed="rId2"/>
          <a:stretch>
            <a:fillRect/>
          </a:stretch>
        </p:blipFill>
        <p:spPr>
          <a:xfrm>
            <a:off x="294640" y="497840"/>
            <a:ext cx="11592560" cy="5882640"/>
          </a:xfrm>
          <a:prstGeom prst="rect">
            <a:avLst/>
          </a:prstGeom>
        </p:spPr>
      </p:pic>
    </p:spTree>
    <p:extLst>
      <p:ext uri="{BB962C8B-B14F-4D97-AF65-F5344CB8AC3E}">
        <p14:creationId xmlns:p14="http://schemas.microsoft.com/office/powerpoint/2010/main" val="37933386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6ED33-93F9-7BD4-2C42-252C573386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5B9F4B-7CC5-E022-11E6-6FD8F464E4B8}"/>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A4DA780-94DC-66B2-0C54-A9698FEA6D71}"/>
              </a:ext>
            </a:extLst>
          </p:cNvPr>
          <p:cNvPicPr>
            <a:picLocks noChangeAspect="1"/>
          </p:cNvPicPr>
          <p:nvPr/>
        </p:nvPicPr>
        <p:blipFill>
          <a:blip r:embed="rId2"/>
          <a:stretch>
            <a:fillRect/>
          </a:stretch>
        </p:blipFill>
        <p:spPr>
          <a:xfrm>
            <a:off x="355600" y="612129"/>
            <a:ext cx="11511280" cy="5819151"/>
          </a:xfrm>
          <a:prstGeom prst="rect">
            <a:avLst/>
          </a:prstGeom>
        </p:spPr>
      </p:pic>
    </p:spTree>
    <p:extLst>
      <p:ext uri="{BB962C8B-B14F-4D97-AF65-F5344CB8AC3E}">
        <p14:creationId xmlns:p14="http://schemas.microsoft.com/office/powerpoint/2010/main" val="3775833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2250C-7B55-6533-2977-C7393E12FE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4F2A3B-CFF6-EC00-CC39-3D1383D68E18}"/>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D1FCDA8-CA86-3F4C-F0B6-8059A5A9E4AD}"/>
              </a:ext>
            </a:extLst>
          </p:cNvPr>
          <p:cNvPicPr>
            <a:picLocks noChangeAspect="1"/>
          </p:cNvPicPr>
          <p:nvPr/>
        </p:nvPicPr>
        <p:blipFill>
          <a:blip r:embed="rId2"/>
          <a:stretch>
            <a:fillRect/>
          </a:stretch>
        </p:blipFill>
        <p:spPr>
          <a:xfrm>
            <a:off x="345440" y="612129"/>
            <a:ext cx="11582400" cy="5748031"/>
          </a:xfrm>
          <a:prstGeom prst="rect">
            <a:avLst/>
          </a:prstGeom>
        </p:spPr>
      </p:pic>
    </p:spTree>
    <p:extLst>
      <p:ext uri="{BB962C8B-B14F-4D97-AF65-F5344CB8AC3E}">
        <p14:creationId xmlns:p14="http://schemas.microsoft.com/office/powerpoint/2010/main" val="113783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622CD-E17C-9278-D988-7D38C7AEE2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275F93-1049-8721-5429-81F9D167634F}"/>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299E1A8-DC27-20CA-FC88-B95B31F6BAA3}"/>
              </a:ext>
            </a:extLst>
          </p:cNvPr>
          <p:cNvPicPr>
            <a:picLocks noChangeAspect="1"/>
          </p:cNvPicPr>
          <p:nvPr/>
        </p:nvPicPr>
        <p:blipFill>
          <a:blip r:embed="rId2"/>
          <a:stretch>
            <a:fillRect/>
          </a:stretch>
        </p:blipFill>
        <p:spPr>
          <a:xfrm>
            <a:off x="335280" y="612129"/>
            <a:ext cx="11572240" cy="5697231"/>
          </a:xfrm>
          <a:prstGeom prst="rect">
            <a:avLst/>
          </a:prstGeom>
        </p:spPr>
      </p:pic>
    </p:spTree>
    <p:extLst>
      <p:ext uri="{BB962C8B-B14F-4D97-AF65-F5344CB8AC3E}">
        <p14:creationId xmlns:p14="http://schemas.microsoft.com/office/powerpoint/2010/main" val="3627104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8E13-9A18-DB3A-E4BB-CD7FF7CDFB3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0F95C89-B031-274C-48A8-2264DEB317AD}"/>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B5D2C5B-DAEB-E3B6-059D-3742EF7DB27A}"/>
              </a:ext>
            </a:extLst>
          </p:cNvPr>
          <p:cNvPicPr>
            <a:picLocks noChangeAspect="1"/>
          </p:cNvPicPr>
          <p:nvPr/>
        </p:nvPicPr>
        <p:blipFill>
          <a:blip r:embed="rId2"/>
          <a:stretch>
            <a:fillRect/>
          </a:stretch>
        </p:blipFill>
        <p:spPr>
          <a:xfrm>
            <a:off x="345440" y="612129"/>
            <a:ext cx="11521440" cy="5717551"/>
          </a:xfrm>
          <a:prstGeom prst="rect">
            <a:avLst/>
          </a:prstGeom>
        </p:spPr>
      </p:pic>
    </p:spTree>
    <p:extLst>
      <p:ext uri="{BB962C8B-B14F-4D97-AF65-F5344CB8AC3E}">
        <p14:creationId xmlns:p14="http://schemas.microsoft.com/office/powerpoint/2010/main" val="26566252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7D241-0C65-9C6A-62F8-837E088748C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E53967-B89A-6BFC-5A0E-425A33F6E819}"/>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2519AC9-732C-D136-6549-F910F2CA22DB}"/>
              </a:ext>
            </a:extLst>
          </p:cNvPr>
          <p:cNvPicPr>
            <a:picLocks noChangeAspect="1"/>
          </p:cNvPicPr>
          <p:nvPr/>
        </p:nvPicPr>
        <p:blipFill>
          <a:blip r:embed="rId2"/>
          <a:stretch>
            <a:fillRect/>
          </a:stretch>
        </p:blipFill>
        <p:spPr>
          <a:xfrm>
            <a:off x="365760" y="612129"/>
            <a:ext cx="11541760" cy="5748031"/>
          </a:xfrm>
          <a:prstGeom prst="rect">
            <a:avLst/>
          </a:prstGeom>
        </p:spPr>
      </p:pic>
    </p:spTree>
    <p:extLst>
      <p:ext uri="{BB962C8B-B14F-4D97-AF65-F5344CB8AC3E}">
        <p14:creationId xmlns:p14="http://schemas.microsoft.com/office/powerpoint/2010/main" val="1655377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D7B3C-728B-EFC7-CBDD-B4D28DE4A59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557987-0B2A-7CF2-53F1-12C2BC228BC5}"/>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1084CDA-A25E-1D8E-5C8B-2497F5D9125D}"/>
              </a:ext>
            </a:extLst>
          </p:cNvPr>
          <p:cNvPicPr>
            <a:picLocks noChangeAspect="1"/>
          </p:cNvPicPr>
          <p:nvPr/>
        </p:nvPicPr>
        <p:blipFill>
          <a:blip r:embed="rId2"/>
          <a:stretch>
            <a:fillRect/>
          </a:stretch>
        </p:blipFill>
        <p:spPr>
          <a:xfrm>
            <a:off x="365760" y="612130"/>
            <a:ext cx="11541760" cy="5758190"/>
          </a:xfrm>
          <a:prstGeom prst="rect">
            <a:avLst/>
          </a:prstGeom>
        </p:spPr>
      </p:pic>
    </p:spTree>
    <p:extLst>
      <p:ext uri="{BB962C8B-B14F-4D97-AF65-F5344CB8AC3E}">
        <p14:creationId xmlns:p14="http://schemas.microsoft.com/office/powerpoint/2010/main" val="1327265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66B62-0A2E-7E50-253F-5087D25B8F2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3F29CA3-B21B-A5C4-50E6-5A86576D8187}"/>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Teacher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F2EC76EB-851B-8B67-6D7E-D32456993068}"/>
              </a:ext>
            </a:extLst>
          </p:cNvPr>
          <p:cNvPicPr>
            <a:picLocks noChangeAspect="1"/>
          </p:cNvPicPr>
          <p:nvPr/>
        </p:nvPicPr>
        <p:blipFill>
          <a:blip r:embed="rId2"/>
          <a:stretch>
            <a:fillRect/>
          </a:stretch>
        </p:blipFill>
        <p:spPr>
          <a:xfrm>
            <a:off x="365760" y="612130"/>
            <a:ext cx="11551920" cy="5707390"/>
          </a:xfrm>
          <a:prstGeom prst="rect">
            <a:avLst/>
          </a:prstGeom>
        </p:spPr>
      </p:pic>
    </p:spTree>
    <p:extLst>
      <p:ext uri="{BB962C8B-B14F-4D97-AF65-F5344CB8AC3E}">
        <p14:creationId xmlns:p14="http://schemas.microsoft.com/office/powerpoint/2010/main" val="39412880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50E61-52CB-3202-9881-451D57AC9F5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26FB31-FA5F-926A-DE1A-D40226D00BF5}"/>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Admin</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2E31D9F-3267-4A1B-14F9-239427FF08D8}"/>
              </a:ext>
            </a:extLst>
          </p:cNvPr>
          <p:cNvPicPr>
            <a:picLocks noChangeAspect="1"/>
          </p:cNvPicPr>
          <p:nvPr/>
        </p:nvPicPr>
        <p:blipFill>
          <a:blip r:embed="rId2"/>
          <a:stretch>
            <a:fillRect/>
          </a:stretch>
        </p:blipFill>
        <p:spPr>
          <a:xfrm>
            <a:off x="375920" y="612129"/>
            <a:ext cx="11501120" cy="5748031"/>
          </a:xfrm>
          <a:prstGeom prst="rect">
            <a:avLst/>
          </a:prstGeom>
        </p:spPr>
      </p:pic>
    </p:spTree>
    <p:extLst>
      <p:ext uri="{BB962C8B-B14F-4D97-AF65-F5344CB8AC3E}">
        <p14:creationId xmlns:p14="http://schemas.microsoft.com/office/powerpoint/2010/main" val="41867171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CD95D-DB6C-327A-FE65-78EE299764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265B6F-9DEC-CFE4-C8C6-B2C621172D7E}"/>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err="1">
                <a:ln>
                  <a:noFill/>
                </a:ln>
                <a:effectLst/>
                <a:uLnTx/>
                <a:uFillTx/>
                <a:latin typeface="Calibri" panose="020F0502020204030204"/>
                <a:ea typeface="+mn-ea"/>
                <a:cs typeface="+mn-cs"/>
              </a:rPr>
              <a:t>dmin</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8D493B03-6BF8-6C2C-4F4D-4FFFEA7E2F1E}"/>
              </a:ext>
            </a:extLst>
          </p:cNvPr>
          <p:cNvPicPr>
            <a:picLocks noChangeAspect="1"/>
          </p:cNvPicPr>
          <p:nvPr/>
        </p:nvPicPr>
        <p:blipFill>
          <a:blip r:embed="rId2"/>
          <a:stretch>
            <a:fillRect/>
          </a:stretch>
        </p:blipFill>
        <p:spPr>
          <a:xfrm>
            <a:off x="355600" y="612131"/>
            <a:ext cx="11480800" cy="5707390"/>
          </a:xfrm>
          <a:prstGeom prst="rect">
            <a:avLst/>
          </a:prstGeom>
        </p:spPr>
      </p:pic>
    </p:spTree>
    <p:extLst>
      <p:ext uri="{BB962C8B-B14F-4D97-AF65-F5344CB8AC3E}">
        <p14:creationId xmlns:p14="http://schemas.microsoft.com/office/powerpoint/2010/main" val="3430394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3BF5E-8459-2F6B-5FFB-14C9575E37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EA4C9B0-BC07-175C-63C4-3A8CD033B043}"/>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Admin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B160172-5899-6F89-3599-5B79EE2FCDFD}"/>
              </a:ext>
            </a:extLst>
          </p:cNvPr>
          <p:cNvPicPr>
            <a:picLocks noChangeAspect="1"/>
          </p:cNvPicPr>
          <p:nvPr/>
        </p:nvPicPr>
        <p:blipFill>
          <a:blip r:embed="rId2"/>
          <a:stretch>
            <a:fillRect/>
          </a:stretch>
        </p:blipFill>
        <p:spPr>
          <a:xfrm>
            <a:off x="325120" y="612130"/>
            <a:ext cx="11551920" cy="5778510"/>
          </a:xfrm>
          <a:prstGeom prst="rect">
            <a:avLst/>
          </a:prstGeom>
        </p:spPr>
      </p:pic>
    </p:spTree>
    <p:extLst>
      <p:ext uri="{BB962C8B-B14F-4D97-AF65-F5344CB8AC3E}">
        <p14:creationId xmlns:p14="http://schemas.microsoft.com/office/powerpoint/2010/main" val="13699700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AFED-ECFC-3B35-B83A-FF1FCB5B38B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F4A3170-CC93-50EA-7C7B-53AA9D641ED7}"/>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Admin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90269435-BE6F-A9E3-71E6-BE4854BE976B}"/>
              </a:ext>
            </a:extLst>
          </p:cNvPr>
          <p:cNvPicPr>
            <a:picLocks noChangeAspect="1"/>
          </p:cNvPicPr>
          <p:nvPr/>
        </p:nvPicPr>
        <p:blipFill>
          <a:blip r:embed="rId2"/>
          <a:stretch>
            <a:fillRect/>
          </a:stretch>
        </p:blipFill>
        <p:spPr>
          <a:xfrm>
            <a:off x="345440" y="612129"/>
            <a:ext cx="11521440" cy="5748031"/>
          </a:xfrm>
          <a:prstGeom prst="rect">
            <a:avLst/>
          </a:prstGeom>
        </p:spPr>
      </p:pic>
    </p:spTree>
    <p:extLst>
      <p:ext uri="{BB962C8B-B14F-4D97-AF65-F5344CB8AC3E}">
        <p14:creationId xmlns:p14="http://schemas.microsoft.com/office/powerpoint/2010/main" val="3264241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3917F-E980-52F2-5417-0322F8F058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55E9AD-397E-38AD-8B3F-C479C0D90C3D}"/>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err="1">
                <a:ln>
                  <a:noFill/>
                </a:ln>
                <a:effectLst/>
                <a:uLnTx/>
                <a:uFillTx/>
                <a:latin typeface="Calibri" panose="020F0502020204030204"/>
                <a:ea typeface="+mn-ea"/>
                <a:cs typeface="+mn-cs"/>
              </a:rPr>
              <a:t>dmin</a:t>
            </a:r>
            <a:r>
              <a:rPr kumimoji="0" lang="en-US" sz="2800" b="1" i="0" u="sng" strike="noStrike" kern="1200" cap="none" spc="0" normalizeH="0" baseline="0" noProof="0" dirty="0">
                <a:ln>
                  <a:noFill/>
                </a:ln>
                <a:effectLst/>
                <a:uLnTx/>
                <a:uFillTx/>
                <a:latin typeface="Calibri" panose="020F0502020204030204"/>
                <a:ea typeface="+mn-ea"/>
                <a:cs typeface="+mn-cs"/>
              </a:rPr>
              <a:t>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573C285-E4DC-B91A-38DA-4B80C849C7C3}"/>
              </a:ext>
            </a:extLst>
          </p:cNvPr>
          <p:cNvPicPr>
            <a:picLocks noChangeAspect="1"/>
          </p:cNvPicPr>
          <p:nvPr/>
        </p:nvPicPr>
        <p:blipFill>
          <a:blip r:embed="rId2"/>
          <a:stretch>
            <a:fillRect/>
          </a:stretch>
        </p:blipFill>
        <p:spPr>
          <a:xfrm>
            <a:off x="294640" y="612130"/>
            <a:ext cx="11623040" cy="5819150"/>
          </a:xfrm>
          <a:prstGeom prst="rect">
            <a:avLst/>
          </a:prstGeom>
        </p:spPr>
      </p:pic>
    </p:spTree>
    <p:extLst>
      <p:ext uri="{BB962C8B-B14F-4D97-AF65-F5344CB8AC3E}">
        <p14:creationId xmlns:p14="http://schemas.microsoft.com/office/powerpoint/2010/main" val="3874878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21B3E-0E07-5BBF-C927-6D988D366D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1DAEB9-CB9C-6D9E-2E03-6E25BC16311D}"/>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Admin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255F6ED-0E7D-19E1-A4F0-26916651E7C2}"/>
              </a:ext>
            </a:extLst>
          </p:cNvPr>
          <p:cNvPicPr>
            <a:picLocks noChangeAspect="1"/>
          </p:cNvPicPr>
          <p:nvPr/>
        </p:nvPicPr>
        <p:blipFill>
          <a:blip r:embed="rId2"/>
          <a:stretch>
            <a:fillRect/>
          </a:stretch>
        </p:blipFill>
        <p:spPr>
          <a:xfrm>
            <a:off x="345440" y="612129"/>
            <a:ext cx="11562080" cy="5758191"/>
          </a:xfrm>
          <a:prstGeom prst="rect">
            <a:avLst/>
          </a:prstGeom>
        </p:spPr>
      </p:pic>
    </p:spTree>
    <p:extLst>
      <p:ext uri="{BB962C8B-B14F-4D97-AF65-F5344CB8AC3E}">
        <p14:creationId xmlns:p14="http://schemas.microsoft.com/office/powerpoint/2010/main" val="30591840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D8181-FAE8-ED2C-053C-9345836C67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E22538-BBEB-6296-60F0-D1FABB704909}"/>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552420F-D52D-CD0F-9A8F-F2E261728712}"/>
              </a:ext>
            </a:extLst>
          </p:cNvPr>
          <p:cNvPicPr>
            <a:picLocks noChangeAspect="1"/>
          </p:cNvPicPr>
          <p:nvPr/>
        </p:nvPicPr>
        <p:blipFill>
          <a:blip r:embed="rId2"/>
          <a:stretch>
            <a:fillRect/>
          </a:stretch>
        </p:blipFill>
        <p:spPr>
          <a:xfrm>
            <a:off x="360680" y="612130"/>
            <a:ext cx="11470640" cy="5748030"/>
          </a:xfrm>
          <a:prstGeom prst="rect">
            <a:avLst/>
          </a:prstGeom>
        </p:spPr>
      </p:pic>
    </p:spTree>
    <p:extLst>
      <p:ext uri="{BB962C8B-B14F-4D97-AF65-F5344CB8AC3E}">
        <p14:creationId xmlns:p14="http://schemas.microsoft.com/office/powerpoint/2010/main" val="20278665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EE188-EDA5-8C53-82F0-76708ABF14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1A4B60E-5626-436E-9F7F-81D3E52292AC}"/>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B6361FA0-5C95-0B05-3F1B-4AEB04D8EF26}"/>
              </a:ext>
            </a:extLst>
          </p:cNvPr>
          <p:cNvPicPr>
            <a:picLocks noChangeAspect="1"/>
          </p:cNvPicPr>
          <p:nvPr/>
        </p:nvPicPr>
        <p:blipFill>
          <a:blip r:embed="rId2"/>
          <a:stretch>
            <a:fillRect/>
          </a:stretch>
        </p:blipFill>
        <p:spPr>
          <a:xfrm>
            <a:off x="396240" y="612130"/>
            <a:ext cx="11480800" cy="5666750"/>
          </a:xfrm>
          <a:prstGeom prst="rect">
            <a:avLst/>
          </a:prstGeom>
        </p:spPr>
      </p:pic>
    </p:spTree>
    <p:extLst>
      <p:ext uri="{BB962C8B-B14F-4D97-AF65-F5344CB8AC3E}">
        <p14:creationId xmlns:p14="http://schemas.microsoft.com/office/powerpoint/2010/main" val="19322738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A561A-A250-6D9C-1044-ADFBB3CC1B0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D919BDE-9B9F-E987-EFC7-7BDFFDEA5A44}"/>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E5CD572-7FED-9BAA-7293-12EBED269EAF}"/>
              </a:ext>
            </a:extLst>
          </p:cNvPr>
          <p:cNvPicPr>
            <a:picLocks noChangeAspect="1"/>
          </p:cNvPicPr>
          <p:nvPr/>
        </p:nvPicPr>
        <p:blipFill>
          <a:blip r:embed="rId2"/>
          <a:stretch>
            <a:fillRect/>
          </a:stretch>
        </p:blipFill>
        <p:spPr>
          <a:xfrm>
            <a:off x="355600" y="612130"/>
            <a:ext cx="11541760" cy="5737870"/>
          </a:xfrm>
          <a:prstGeom prst="rect">
            <a:avLst/>
          </a:prstGeom>
        </p:spPr>
      </p:pic>
    </p:spTree>
    <p:extLst>
      <p:ext uri="{BB962C8B-B14F-4D97-AF65-F5344CB8AC3E}">
        <p14:creationId xmlns:p14="http://schemas.microsoft.com/office/powerpoint/2010/main" val="24478685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A948B-30B8-F90E-8988-A8FE0B86B4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C1B3F5-0904-00D2-FC40-9497E7636C73}"/>
              </a:ext>
            </a:extLst>
          </p:cNvPr>
          <p:cNvSpPr txBox="1"/>
          <p:nvPr/>
        </p:nvSpPr>
        <p:spPr>
          <a:xfrm>
            <a:off x="4947920" y="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5719BC3-7C74-F489-F054-9B75E620C835}"/>
              </a:ext>
            </a:extLst>
          </p:cNvPr>
          <p:cNvPicPr>
            <a:picLocks noChangeAspect="1"/>
          </p:cNvPicPr>
          <p:nvPr/>
        </p:nvPicPr>
        <p:blipFill>
          <a:blip r:embed="rId2"/>
          <a:stretch>
            <a:fillRect/>
          </a:stretch>
        </p:blipFill>
        <p:spPr>
          <a:xfrm>
            <a:off x="386080" y="457200"/>
            <a:ext cx="11480800" cy="5974080"/>
          </a:xfrm>
          <a:prstGeom prst="rect">
            <a:avLst/>
          </a:prstGeom>
        </p:spPr>
      </p:pic>
    </p:spTree>
    <p:extLst>
      <p:ext uri="{BB962C8B-B14F-4D97-AF65-F5344CB8AC3E}">
        <p14:creationId xmlns:p14="http://schemas.microsoft.com/office/powerpoint/2010/main" val="2576261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F49E0-2351-CFFE-BB71-0729584B1B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C65525-FC95-2B3F-EEEF-9B7D9BF25FE7}"/>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B6749366-42AE-264E-187A-6C23AA72C234}"/>
              </a:ext>
            </a:extLst>
          </p:cNvPr>
          <p:cNvPicPr>
            <a:picLocks noChangeAspect="1"/>
          </p:cNvPicPr>
          <p:nvPr/>
        </p:nvPicPr>
        <p:blipFill>
          <a:blip r:embed="rId2"/>
          <a:stretch>
            <a:fillRect/>
          </a:stretch>
        </p:blipFill>
        <p:spPr>
          <a:xfrm>
            <a:off x="426720" y="612130"/>
            <a:ext cx="11470640" cy="5788670"/>
          </a:xfrm>
          <a:prstGeom prst="rect">
            <a:avLst/>
          </a:prstGeom>
        </p:spPr>
      </p:pic>
    </p:spTree>
    <p:extLst>
      <p:ext uri="{BB962C8B-B14F-4D97-AF65-F5344CB8AC3E}">
        <p14:creationId xmlns:p14="http://schemas.microsoft.com/office/powerpoint/2010/main" val="4139323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6A412-942A-7083-CB9D-3AAAF534D45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34D0B9-3ADF-FEFD-FFBA-028822A2B410}"/>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A149F61-1B5C-63A7-5C7D-C8102105150A}"/>
              </a:ext>
            </a:extLst>
          </p:cNvPr>
          <p:cNvPicPr>
            <a:picLocks noChangeAspect="1"/>
          </p:cNvPicPr>
          <p:nvPr/>
        </p:nvPicPr>
        <p:blipFill>
          <a:blip r:embed="rId2"/>
          <a:stretch>
            <a:fillRect/>
          </a:stretch>
        </p:blipFill>
        <p:spPr>
          <a:xfrm>
            <a:off x="294640" y="612129"/>
            <a:ext cx="11582400" cy="5758191"/>
          </a:xfrm>
          <a:prstGeom prst="rect">
            <a:avLst/>
          </a:prstGeom>
        </p:spPr>
      </p:pic>
    </p:spTree>
    <p:extLst>
      <p:ext uri="{BB962C8B-B14F-4D97-AF65-F5344CB8AC3E}">
        <p14:creationId xmlns:p14="http://schemas.microsoft.com/office/powerpoint/2010/main" val="23752234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8893C-EBCA-118B-085F-FFD20F5026D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239F22-8DFD-8DB0-5549-9364F8175887}"/>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5D432BE-8A6C-00BB-56A8-455171253748}"/>
              </a:ext>
            </a:extLst>
          </p:cNvPr>
          <p:cNvPicPr>
            <a:picLocks noChangeAspect="1"/>
          </p:cNvPicPr>
          <p:nvPr/>
        </p:nvPicPr>
        <p:blipFill>
          <a:blip r:embed="rId2"/>
          <a:stretch>
            <a:fillRect/>
          </a:stretch>
        </p:blipFill>
        <p:spPr>
          <a:xfrm>
            <a:off x="355600" y="612129"/>
            <a:ext cx="11531600" cy="5707391"/>
          </a:xfrm>
          <a:prstGeom prst="rect">
            <a:avLst/>
          </a:prstGeom>
        </p:spPr>
      </p:pic>
    </p:spTree>
    <p:extLst>
      <p:ext uri="{BB962C8B-B14F-4D97-AF65-F5344CB8AC3E}">
        <p14:creationId xmlns:p14="http://schemas.microsoft.com/office/powerpoint/2010/main" val="11050591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FB8FB-8E79-3B6D-3F30-A4120D6585D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8B983A7-70C3-6DD0-B31A-671D25651B63}"/>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8F304D0-ADEB-A903-BE58-69D2BF2DAE2A}"/>
              </a:ext>
            </a:extLst>
          </p:cNvPr>
          <p:cNvPicPr>
            <a:picLocks noChangeAspect="1"/>
          </p:cNvPicPr>
          <p:nvPr/>
        </p:nvPicPr>
        <p:blipFill>
          <a:blip r:embed="rId2"/>
          <a:stretch>
            <a:fillRect/>
          </a:stretch>
        </p:blipFill>
        <p:spPr>
          <a:xfrm>
            <a:off x="396240" y="612130"/>
            <a:ext cx="11501120" cy="5737870"/>
          </a:xfrm>
          <a:prstGeom prst="rect">
            <a:avLst/>
          </a:prstGeom>
        </p:spPr>
      </p:pic>
    </p:spTree>
    <p:extLst>
      <p:ext uri="{BB962C8B-B14F-4D97-AF65-F5344CB8AC3E}">
        <p14:creationId xmlns:p14="http://schemas.microsoft.com/office/powerpoint/2010/main" val="2134468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F48383-9FD6-E1D0-76D1-5935843278BB}"/>
              </a:ext>
            </a:extLst>
          </p:cNvPr>
          <p:cNvPicPr>
            <a:picLocks noChangeAspect="1"/>
          </p:cNvPicPr>
          <p:nvPr/>
        </p:nvPicPr>
        <p:blipFill>
          <a:blip r:embed="rId2"/>
          <a:stretch>
            <a:fillRect/>
          </a:stretch>
        </p:blipFill>
        <p:spPr>
          <a:xfrm>
            <a:off x="339365" y="527901"/>
            <a:ext cx="11519556" cy="5806912"/>
          </a:xfrm>
          <a:prstGeom prst="rect">
            <a:avLst/>
          </a:prstGeom>
        </p:spPr>
      </p:pic>
      <p:sp>
        <p:nvSpPr>
          <p:cNvPr id="9" name="TextBox 8">
            <a:extLst>
              <a:ext uri="{FF2B5EF4-FFF2-40B4-BE49-F238E27FC236}">
                <a16:creationId xmlns:a16="http://schemas.microsoft.com/office/drawing/2014/main" id="{F8442E55-3191-6282-083E-732ECCB1B7B7}"/>
              </a:ext>
            </a:extLst>
          </p:cNvPr>
          <p:cNvSpPr txBox="1"/>
          <p:nvPr/>
        </p:nvSpPr>
        <p:spPr>
          <a:xfrm>
            <a:off x="5048446" y="-33"/>
            <a:ext cx="209510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Admin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4690332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FABC759-5038-942A-944E-7613EE8D8FB1}"/>
              </a:ext>
            </a:extLst>
          </p:cNvPr>
          <p:cNvSpPr txBox="1"/>
          <p:nvPr/>
        </p:nvSpPr>
        <p:spPr>
          <a:xfrm>
            <a:off x="5048446" y="0"/>
            <a:ext cx="209510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Admin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D24B934C-16EF-541C-2BFD-75FB6150BE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3377" y="523220"/>
            <a:ext cx="11576116" cy="5830446"/>
          </a:xfrm>
          <a:prstGeom prst="rect">
            <a:avLst/>
          </a:prstGeom>
        </p:spPr>
      </p:pic>
    </p:spTree>
    <p:extLst>
      <p:ext uri="{BB962C8B-B14F-4D97-AF65-F5344CB8AC3E}">
        <p14:creationId xmlns:p14="http://schemas.microsoft.com/office/powerpoint/2010/main" val="34144387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8EEAB4-FB4E-A5A7-BBCD-9E10D2FF0582}"/>
              </a:ext>
            </a:extLst>
          </p:cNvPr>
          <p:cNvSpPr txBox="1"/>
          <p:nvPr/>
        </p:nvSpPr>
        <p:spPr>
          <a:xfrm>
            <a:off x="5024879" y="0"/>
            <a:ext cx="214224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effectLst/>
                <a:uLnTx/>
                <a:uFillTx/>
                <a:latin typeface="Calibri" panose="020F0502020204030204"/>
                <a:ea typeface="+mn-ea"/>
                <a:cs typeface="+mn-cs"/>
              </a:rPr>
              <a:t>Admin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5FA2591B-993B-9339-084C-E98FC24C90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8792" y="499621"/>
            <a:ext cx="11557262" cy="5797484"/>
          </a:xfrm>
          <a:prstGeom prst="rect">
            <a:avLst/>
          </a:prstGeom>
        </p:spPr>
      </p:pic>
    </p:spTree>
    <p:extLst>
      <p:ext uri="{BB962C8B-B14F-4D97-AF65-F5344CB8AC3E}">
        <p14:creationId xmlns:p14="http://schemas.microsoft.com/office/powerpoint/2010/main" val="16824867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EB3D3-ECED-37E0-FFD0-53C8FCD3A85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C406B4-FF44-9D8D-014C-B5E45D910E5B}"/>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9C4F870-DF46-4C29-70E8-557C3F8B1974}"/>
              </a:ext>
            </a:extLst>
          </p:cNvPr>
          <p:cNvPicPr>
            <a:picLocks noChangeAspect="1"/>
          </p:cNvPicPr>
          <p:nvPr/>
        </p:nvPicPr>
        <p:blipFill>
          <a:blip r:embed="rId2"/>
          <a:stretch>
            <a:fillRect/>
          </a:stretch>
        </p:blipFill>
        <p:spPr>
          <a:xfrm>
            <a:off x="365760" y="612131"/>
            <a:ext cx="11490960" cy="5727710"/>
          </a:xfrm>
          <a:prstGeom prst="rect">
            <a:avLst/>
          </a:prstGeom>
        </p:spPr>
      </p:pic>
    </p:spTree>
    <p:extLst>
      <p:ext uri="{BB962C8B-B14F-4D97-AF65-F5344CB8AC3E}">
        <p14:creationId xmlns:p14="http://schemas.microsoft.com/office/powerpoint/2010/main" val="1225178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31473-21D4-CFA3-B03C-08A5D90F10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FB89321-2151-D65B-06EE-6DDB44159156}"/>
              </a:ext>
            </a:extLst>
          </p:cNvPr>
          <p:cNvSpPr txBox="1"/>
          <p:nvPr/>
        </p:nvSpPr>
        <p:spPr>
          <a:xfrm>
            <a:off x="4947920" y="88910"/>
            <a:ext cx="229616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Calibri" panose="020F0502020204030204"/>
              </a:rPr>
              <a:t>A</a:t>
            </a:r>
            <a:r>
              <a:rPr kumimoji="0" lang="en-US" sz="2800" b="1" i="0" u="sng" strike="noStrike" kern="1200" cap="none" spc="0" normalizeH="0" baseline="0" noProof="0" dirty="0">
                <a:ln>
                  <a:noFill/>
                </a:ln>
                <a:effectLst/>
                <a:uLnTx/>
                <a:uFillTx/>
                <a:latin typeface="Calibri" panose="020F0502020204030204"/>
                <a:ea typeface="+mn-ea"/>
                <a:cs typeface="+mn-cs"/>
              </a:rPr>
              <a:t>dmin Pages</a:t>
            </a:r>
            <a:endParaRPr kumimoji="0" lang="en-IN" sz="2800" b="1" i="0" u="sng" strike="noStrike" kern="1200" cap="none" spc="0" normalizeH="0" baseline="0" noProof="0" dirty="0">
              <a:ln>
                <a:noFill/>
              </a:ln>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076F058-5BA8-C0B1-CA9F-65198F5A05BF}"/>
              </a:ext>
            </a:extLst>
          </p:cNvPr>
          <p:cNvPicPr>
            <a:picLocks noChangeAspect="1"/>
          </p:cNvPicPr>
          <p:nvPr/>
        </p:nvPicPr>
        <p:blipFill>
          <a:blip r:embed="rId2"/>
          <a:stretch>
            <a:fillRect/>
          </a:stretch>
        </p:blipFill>
        <p:spPr>
          <a:xfrm>
            <a:off x="345440" y="612130"/>
            <a:ext cx="11531600" cy="5717550"/>
          </a:xfrm>
          <a:prstGeom prst="rect">
            <a:avLst/>
          </a:prstGeom>
        </p:spPr>
      </p:pic>
    </p:spTree>
    <p:extLst>
      <p:ext uri="{BB962C8B-B14F-4D97-AF65-F5344CB8AC3E}">
        <p14:creationId xmlns:p14="http://schemas.microsoft.com/office/powerpoint/2010/main" val="27306614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B48045-94DD-E6D4-6204-AB1DDEE38067}"/>
              </a:ext>
            </a:extLst>
          </p:cNvPr>
          <p:cNvSpPr txBox="1"/>
          <p:nvPr/>
        </p:nvSpPr>
        <p:spPr>
          <a:xfrm>
            <a:off x="4110088" y="754144"/>
            <a:ext cx="3836709" cy="1200329"/>
          </a:xfrm>
          <a:prstGeom prst="rect">
            <a:avLst/>
          </a:prstGeom>
          <a:noFill/>
        </p:spPr>
        <p:txBody>
          <a:bodyPr wrap="square" rtlCol="0">
            <a:spAutoFit/>
          </a:bodyPr>
          <a:lstStyle/>
          <a:p>
            <a:r>
              <a:rPr lang="en-US" sz="7200" dirty="0"/>
              <a:t>Thank you </a:t>
            </a:r>
            <a:endParaRPr lang="en-IN" sz="7200" dirty="0"/>
          </a:p>
        </p:txBody>
      </p:sp>
      <p:pic>
        <p:nvPicPr>
          <p:cNvPr id="6" name="Picture 5">
            <a:extLst>
              <a:ext uri="{FF2B5EF4-FFF2-40B4-BE49-F238E27FC236}">
                <a16:creationId xmlns:a16="http://schemas.microsoft.com/office/drawing/2014/main" id="{105C6913-EC3B-C84B-8ABD-1E4159CE3134}"/>
              </a:ext>
            </a:extLst>
          </p:cNvPr>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714604" y="1745187"/>
            <a:ext cx="4762791" cy="4762791"/>
          </a:xfrm>
          <a:prstGeom prst="rect">
            <a:avLst/>
          </a:prstGeom>
          <a:noFill/>
        </p:spPr>
      </p:pic>
    </p:spTree>
    <p:extLst>
      <p:ext uri="{BB962C8B-B14F-4D97-AF65-F5344CB8AC3E}">
        <p14:creationId xmlns:p14="http://schemas.microsoft.com/office/powerpoint/2010/main" val="39433215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344</TotalTime>
  <Words>850</Words>
  <Application>Microsoft Office PowerPoint</Application>
  <PresentationFormat>Widescreen</PresentationFormat>
  <Paragraphs>124</Paragraphs>
  <Slides>61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Calibri</vt:lpstr>
      <vt:lpstr>Times New Roman</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Vishwanath Vasava</dc:creator>
  <cp:lastModifiedBy>Vishwanath Vasava</cp:lastModifiedBy>
  <cp:revision>227</cp:revision>
  <dcterms:created xsi:type="dcterms:W3CDTF">2026-03-25T14:18:35Z</dcterms:created>
  <dcterms:modified xsi:type="dcterms:W3CDTF">2026-04-07T18:23:09Z</dcterms:modified>
</cp:coreProperties>
</file>